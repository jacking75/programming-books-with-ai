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5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79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1A0A0A"/>
          </a:solidFill>
          <a:ln w="12700">
            <a:solidFill>
              <a:srgbClr val="3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0A1A10"/>
          </a:solidFill>
          <a:ln w="12700">
            <a:solidFill>
              <a:srgbClr val="003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프로그래밍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개발자를 위한 실전 가이드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45720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97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저자: 최흥배 &amp; Claude AI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책의 목적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개발자를 위한 Redis 실전 활용 가이드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Redis 명령어 암기가 아닌 — 실제 게임 서버에서 '어디에, 왜, 어떻게' 쓰는지 이해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CloudStructures 라이브러리를 활용한 실무 코드 제공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7일(7개 챕터) 안에 핵심 패턴을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습득</a:t>
            </a:r>
            <a:endParaRPr lang="en-US" sz="16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</a:t>
            </a:r>
            <a:r>
              <a:rPr lang="en-US" sz="16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대상:</a:t>
            </a:r>
            <a:endParaRPr lang="en-US" sz="18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서버를 개발하며 성능 문제를 겪고 있는 개발자</a:t>
            </a:r>
            <a:endParaRPr lang="en-US" sz="18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Redis를 도입하려 하지만 어디서 시작할지 모르는 팀</a:t>
            </a:r>
            <a:endParaRPr lang="en-US" sz="18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(닷넷) 환경의 게임 백엔드 엔지니어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커리큘럼 한눈에 보기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소개와 설치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87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내부 구조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8130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4251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세션과 인증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51389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데이터·인벤토리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10515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16128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1600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시스템·랭킹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4871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2926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통신 시스템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370332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8130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4251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이벤트와 고급 활용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502920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51389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37960" y="5577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레퍼런스 &amp; 명령어 치트시트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소개와 설치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In-Memory 데이터 스토어의 첫걸음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Redis란 무엇인가 — Remote Dictionary Server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서버에서 Redis가 필요한 이유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방법 (Windows / Linux / Docker)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redis-cli 기본 명령어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CloudStructures 시작하기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Redis란 무엇인가?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Dictionary Server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메모리에 데이터를 저장 → 디스크보다 100~1000배 빠른 읽기/쓰기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Key-Value 구조 + 다양한 자료형 지원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스레드 이벤트 루프로 동시성 안전 보장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기반 → 여러 서버가 공유 가능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특징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초고속: 평균 응답 &lt; 1ms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자료형: String, Hash, List, Set, Sorted Set, Bitmap, HLL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지원: 만료 시간 설정 가능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Pub/Sub: 실시간 메시지 브로드캐스트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Pipeline: 네트워크 RTT 최소화 배치 처리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&amp; 클러스터: 고가용성 구성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서버에서 Redis가 필요한 이유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 세션 관리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토큰 저장, 만료 자동화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 실시간 랭킹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184708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Set으로 수백만 유저 즉시 순위 조회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0972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🎒  인벤토리 캐싱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184708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부하 경감, 빠른 아이템 조회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채팅 / 이벤트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4074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Pub/Sub으로 서버 간 실시간 메시지 전달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365760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 출석·쿠폰 시스템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074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Bitmap / SETNX 패턴으로 원자적 처리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DAU / 통계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44074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HyperLogLog로 메모리 효율적 집계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vs Redis — 언제 어떤 것을?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 (MySQL 등)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 저장 — 디스크 기반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조인 및 트랜잭션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평균 1~10ms (인덱스 최적화 시)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동시 조회 → 병목 발생 가능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정합성·영속성이 중요한 데이터에 적합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(In-Memory)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초고속 — 메모리 기반 &lt; 1ms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자료형 / 집계에 최적화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캐시, 세션, 실시간 랭킹, Pub/Sub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TTL로 자동 만료 → DB 부하 경감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휘발성 — 메모리 한계 존재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핵심 전략: DB와 Redis는 경쟁이 아닌 협력 — '뜨거운 데이터'는 Redis, '차가운 데이터'는 DB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방법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32004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(가장 간단)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--name redis -p 6379:6379 -d redis:7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(WSL2 권장)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--install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redis-server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Linux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 &amp;&amp; sudo apt-get install redis-server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redis-server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34340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Docker 사용 — 버전 관리·격리 용이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redis.conf 주요 설정: bind 주소, requirepass (비밀번호), maxmemory, maxmemory-policy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redis-cli ping → PONG 응답 확인으로 연결 검증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CloudStructures 시작하기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38404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NuGet 설치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package CloudStructures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연결 설정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config = new RedisConfig("default", "localhost:6379,password=mypass");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connection = new RedisConnection(config);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기본 사용 예시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key = new RedisString&lt;string&gt;(connection, "greeting", TimeSpan.FromMinutes(10));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key.SetAsync("Hello, Redis!");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value = await key.GetAsync(); // "Hello, Redis!"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98348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CloudStructures = StackExchange.Redis를 타입 안전하게 감싼 C# 전용 클라이언트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RedisString / RedisHash / RedisList / RedisSet / RedisSortedSet 등 자료형별 클래스 제공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async/await 완전 지원 — 현대 C# 비동기 패턴과 완벽 호환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내부 구조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빠른지, 어떻게 유지되는지 이해하기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스레드 이벤트 루프 모델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관리와 Eviction 정책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영속성: RDB 스냅샷 vs AOF 로그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핵심 자료형 완전 정복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스레드 이벤트 루프 모델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Redis는 단 하나의 메인 스레드로 모든 명령을 처리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락(Lock) 불필요 → 데드락 없음, 원자성 자동 보장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요청 → I/O 멀티플렉싱(epoll/kqueue) → 명령 큐 → 순차 실행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스레드이지만 I/O가 메모리보다 훨씬 느리므로 병목은 I/O가 아님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주의사항:</a:t>
            </a:r>
            <a:endParaRPr lang="en-US" sz="17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O(N) 명령(KEYS *, SMEMBERS 대형 집합)은 전체 처리를 블로킹 → 금지</a:t>
            </a:r>
            <a:endParaRPr lang="en-US" sz="17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조회는 SCAN 커서 방식으로 분할 처리</a:t>
            </a:r>
            <a:endParaRPr lang="en-US" sz="17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연산(SORT, 대용량 LRANGE 등)은 슬레이브에서 실행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관리와 Eviction 정책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maxmemory 설정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redis.conf: maxmemory 2gb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초과 시 Eviction 정책 적용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jemalloc 메모리 할당자 사용 (단편화 최소화)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 memory 명령으로 실시간 모니터링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Eviction 정책 선택 가이드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noeviction: 메모리 풀 → 에러 반환 (기본값)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allkeys-lru: 전체 키 중 오래된 것 제거 ← 캐시에 추천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volatile-lru: TTL 있는 키 중 오래된 것 제거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allkeys-lfu: 가장 덜 쓰인 키 제거 (Redis 4.0+)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volatile-ttl: TTL이 가장 짧은 키 먼저 제거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캐시 서버 권장: allkeys-lru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영속성: RDB 스냅샷 vs AOF 로그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RDB 스냅샷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시점의 메모리 전체를 파일로 저장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900 1 (900초 내 1회 변경 시 스냅샷)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파일 크기 작음, 빠른 재시작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마지막 스냅샷 이후 데이터 유실 가능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재시작 속도 우선 / 데이터 손실 허용 가능한 경우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AOF (Append Only File)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쓰기 명령을 로그 파일에 순차 기록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appendfsync: always / everysec / no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데이터 유실 최소화 (최대 1초)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파일 크기 큼, 재시작 느림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세션 등 유실 시 문제되는 데이터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게임 권장 조합: 캐시성 데이터는 RDB / 세션·결제는 AOF + everysec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5가지 핵심 자료형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73152" cy="96012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247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697480" y="112471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Key-Value. 숫자 INCR/DECR, 바이너리 안전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48840"/>
            <a:ext cx="73152" cy="9601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219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97480" y="22219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필드-값 쌍의 맵. 객체 데이터에 최적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46120"/>
            <a:ext cx="73152" cy="9601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192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697480" y="331927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연결 리스트. 채팅 이력, 메일함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343400"/>
            <a:ext cx="73152" cy="9601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416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697480" y="441655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없는 집합. 친구 목록, 교집합·합집합 연산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54406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513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 Set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697480" y="551383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기반 정렬 집합. 랭킹 시스템의 핵심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 &amp; Hash — 실전 패턴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5720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String: 세션 토큰 저장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token = new RedisString&lt;string&gt;(conn, $"session:{userId}", TimeSpan.FromHours(2));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token.SetAsync(Guid.NewGuid().ToString());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String: 원자적 카운터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counter = new RedisString&lt;long&gt;(conn, "daily:logins",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counter.IncrementAsync(); // INCR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Hash: 플레이어 프로필 (필드별 부분 갱신)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profile = new RedisHash&lt;string, object&gt;(conn, $"player:{userId}",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profile.SetAsync(new[]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HashEntry("name", "최흥배"),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HashEntry("level", 50),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HashEntry("gold", 12000)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7150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Hash는 Object를 저장할 때 String(JSON 직렬화)보다 필드별 업데이트가 효율적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 / Set / Sorted Set — 실전 패턴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7548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List: 채팅 최근 100개 유지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chat = new RedisList&lt;string&gt;(conn, "chat:global",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chat.LeftPushAsync(message);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chat.TrimAsync(0, 99); // LTRIM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Set: 친구 목록 &amp; 온라인 유저 교집합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friends  = new RedisSet&lt;long&gt;(conn, $"friends:{userId}",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online   = new RedisSet&lt;long&gt;(conn, "online:users",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onlineFriends = await friends.IntersectAsync(online); // SINTER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Sorted Set: 실시간 랭킹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leaderboard = new RedisSortedSet&lt;long&gt;(conn, "rank:global",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leaderboard.AddAsync(userId, score); // ZADD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myRank = await leaderboard.RankAsync(userId, order: Order.Descending); // ZREVRANK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8521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Set = 게임 랭킹의 핵심 자료형 — ZADD/ZREVRANK/ZREVRANGE 로 O(log N) 처리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세션과 인증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로그인부터 중복 방지까지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흐름과 세션 저장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 vs Hash 세션 비교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Sliding TTL vs Absolute TTL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로그인 강제 종료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유저 추적과 HyperLogLog DAU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 전략: String vs Hash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 (JSON 직렬화)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session:{userId} → JSON 문자열 전체 저장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구현 단순, 직렬화 라이브러리 활용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필드 하나 수정에도 전체 재직렬화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네트워크 전송량 증가 (큰 세션)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적합: 세션 구조가 단순하거나 자주 통째로 읽는 경우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(필드별 저장)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session:{userId} → userId, token, level, lastLogin 등 필드 분리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필드 단위 업데이트 (HSET 하나)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필요한 필드만 조회 (HMGET)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객체 전체 읽기가 빈번하면 오버헤드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적합: 레벨/골드 등 일부 필드만 자주 변경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전략: Sliding vs Absolute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Sliding TTL (접속할 때마다 연장)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시마다 ExpireAsync()로 TTL 갱신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유저는 세션 유지 → 자연스러운 UX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비활성 유저는 자동 만료 → 서버 메모리 절약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게임 세션에 권장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Absolute TTL (고정 만료 시간)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시 TTL 고정, 이후 연장 없음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민감 서비스(결제, 관리자)에 적합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1회 재로그인 강제하는 정책에 활용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쿠폰/이벤트 코드 등 단발성 토큰에 사용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5806440"/>
            <a:ext cx="11430000" cy="80467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897880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Sliding TTL 예시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session = new RedisString&lt;SessionData&gt;(conn, $"session:{userId}",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session.SetAsync(data, TimeSpan.FromHours(2)); // 최초 설정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session.ExpireAsync(TimeSpan.FromHours(2));    // 접속마다 갱신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로그인 처리 &amp; 멀티 디바이스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로그인 강제 종료 패턴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시 기존 세션 토큰 조회 → 다르면 기존 세션 무효화 → 새 세션 저장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클라이언트는 다음 요청에서 세션 없음 감지 → '다른 기기에서 로그인됨' 안내</a:t>
            </a:r>
            <a:r>
              <a:rPr lang="en-US" sz="17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디바이스 허용 패턴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Set으로 디바이스별 세션 토큰 관리: sessions:{userId} → {token1, token2, ...}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디바이스 로그아웃: SREM으로 해당 토큰만 제거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로그아웃: DEL sessions:{userId} + 모든 세션 키 삭제</a:t>
            </a:r>
            <a:r>
              <a:rPr lang="en-US" sz="17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Set 활용 온라인 유저 추적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online:users → Score = 마지막 활동 Unix Timestamp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ZREMRANGEBYSCORE로 비활성 유저 자동 정리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HyperLogLog — 메모리 효율적 DAU 집계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HyperLogLog: 고유 원소 개수를 근사치(오차 0.81%)로 계산하는 확률적 자료구조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사용하나?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Set으로 DAU 100만명 저장 시 수십 MB → HyperLogLog는 최대 12KB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수치보다 추세 파악이 목적인 통계에 적합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977640"/>
            <a:ext cx="11430000" cy="18288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06908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dau = new RedisHyperLogLog(conn, $"dau:{DateTime.Today:yyyyMMdd}", TimeSpan.FromDays(7));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dau.AddAsync(userId.ToString());  // PFADD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count = await dau.LengthAsync();    // PFCOUNT → 근사 DAU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데이터와 인벤토리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 전략부터 원자적 아이템 관리까지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Cache-Aside 패턴 구현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일관성: 낙관적 락 + 버전 관리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분산 락 (Lua 스크립트)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기반 인벤토리 시스템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메타데이터 캐싱 전략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Cache-Aside 패턴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서버에서 가장 많이 사용하는 캐싱 전략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흐름: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Redis 조회 → 있으면 즉시 반환 (Cache Hit)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없으면 DB 조회 → Redis에 저장(TTL 설정) → 반환 (Cache Miss)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흐름: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DB 업데이트 → ② Redis 캐시 무효화(DEL) 또는 갱신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무효화(DEL 후 다음 읽기에서 재캐싱)가 일반적으로 안전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주의사항: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Cold Start: 처음에는 Cache Miss 폭발 → 워밍업 전략 필요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Stampede: 동시 Miss → DB 과부하 → Mutex Lock 또는 확률적 TTL 사용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분산 락으로 동시성 제어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6634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Lua 스크립트 기반 원자적 분산 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string LOCK_SCRIPT = @"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redis.call('get', KEYS[1]) == ARGV[1]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redis.call('del', KEYS[1])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락 획득: SET NX EX 패턴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acquired = await db.StringSetAsync(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$"lock:{resourceId}", lockToken,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TimeSpan.FromSeconds(30), When.NotExists);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(acquired)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임계 구역 실행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락 해제 (Lua로 원자적 확인+삭제)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db.ScriptEvaluateAsync(LOCK_SCRIPT,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RedisKey[] { $"lock:{resourceId}"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RedisValue[] { lockToken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8064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NX EX = Not Exists일 때만 설정 + 자동 만료 → 원자적 락 획득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Lua 스크립트로 확인+삭제 원자화 → 다른 프로세스의 락을 실수로 해제하는 버그 방지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기반 인벤토리 시스템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2062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inventory:{userId} → { itemId: count } 구조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inventory = new RedisHash&lt;string, int&gt;(conn, $"inventory:{userId}", null);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아이템 획득 (원자적 증가)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inventory.IncrementAsync(itemId.ToString(), quantity); // HINCRBY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아이템 사용 (수량 확인 + 감소)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current = await inventory.GetAsync(itemId.ToString());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(current &gt;= useCount)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inventory.IncrementAsync(itemId.ToString(), -useCount);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카테고리별 인덱스 (Set)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swordSet = new RedisSet&lt;string&gt;(conn, "items:category:sword",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swordSet.AddAsync(itemId.ToString());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34924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HINCRBY는 원자적 → 동시 아이템 획득/사용 시 수량 오류 없음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인덱스(Set)로 특정 종류 아이템 필터링 O(1)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거래·결제 같은 중요 데이터는 DB 동기화 필수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메타데이터 캐싱 전략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설정 / 아이템 스펙 / 이벤트 정보 → 변경 드문 데이터에 캐싱 최적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GameConfig 캐싱: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String(JSON)으로 전체 설정 저장, TTL 1시간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갱신 시 캐시 무효화(DEL) → 다음 요청에서 자동 재로딩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/ 이벤트 목록: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Set: Score = endTime(Unix Timestamp) → 종료 시간순 정렬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ZRANGEBYSCORE로 현재 시간 이후 이벤트만 조회 (만료 이벤트 자동 필터)</a:t>
            </a:r>
            <a:r>
              <a:rPr lang="en-US" sz="15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공지:</a:t>
            </a:r>
            <a:endParaRPr lang="en-US" sz="1600" dirty="0"/>
          </a:p>
          <a:p>
            <a:pPr marL="685800" lvl="1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= priority(높을수록 상단) → ZREVRANGE로 상위 공지 조회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시스템 구축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랭킹의 모든 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Set 랭킹 기본 동작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 순위 조회 (GetRankingAroundMe)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Pipeline으로 배치 업데이트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기간별 랭킹: 일간/주간/월간/시즌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티어 계산과 길드 랭킹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Set 랭킹 — 핵심 동작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38404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lb = new RedisSortedSet&lt;long&gt;(conn, "rank:global", null);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점수 추가/갱신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lb.AddAsync(userId, score);                         // ZADD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lb.IncrementAsync(userId, gainedScore);             // ZINCRBY (누적)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순위 조회 (0-based → +1 해서 표시)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rank = await lb.RankAsync(userId, Order.Descending);  // ZREVRANK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myScore = await lb.ScoreAsync(userId);                // ZSCORE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상위 10명 조회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top10 = await lb.RangeByRankWithScoresAsync(0, 9, Order.Descending); // ZREVRANGE WITHSCORES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98348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ZADD는 멱등성 — 같은 키를 여러 번 ZADD해도 Score만 갱신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ZREVRANK는 O(log N) — 수백만 유저 중에서도 즉시 응답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동점 시: 사전 순(lexicographic)으로 정렬 → 점수에 시간 마이크로초 합산하는 트릭 사용 가능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 순위 조회 패턴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2062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Task&lt;List&lt;RankEntry&gt;&gt; GetRankingAroundMe(long userId, int range = 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lb = new RedisSortedSet&lt;long&gt;(conn, "rank:global",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myRank = await lb.RankAsync(userId, Order.Descending) ?? 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start = (long)Math.Max(0, myRank - range);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end   = (long)(myRank + range);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entries = await lb.RangeByRankWithScoresAsync(start, end, Order.Descending);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entries.Select((e, i) =&gt; new RankEntry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UserId = e.Element,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 = (long)e.Score,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Rank   = (int)(start + i + 1)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}).ToList();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34924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ZREVRANGE(start, end)로 범위 슬라이스 — 단 2번의 Redis 호출로 완성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게임에서 '나와 비슷한 실력의 플레이어' 표시에 활용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기간별 랭킹 키 설계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기간별로 독립적인 키를 생성하여 랭킹 분리: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1430000" cy="38404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키 이름 패턴 설계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DailyKey   = $"rank:daily:{DateTime.Today:yyyyMMdd}";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WeeklyKey  = $"rank:weekly:{ISOWeek}";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MonthlyKey = $"rank:monthly:{DateTime.Today:yyyyMM}";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SeasonKey  = $"rank:season:{seasonId}";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점수 업데이트 시 해당하는 모든 기간 키에 반영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Task.WhenAll(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UpdateRank(DailyKey,   userId, score),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UpdateRank(WeeklyKey,  userId, score),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UpdateRank(MonthlyKey, userId, score),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UpdateRank(SeasonKey,  userId, score)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일간 랭킹 자동 만료 (다음날 새벽 삭제)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db.KeyExpireAsync(DailyKey, TimeSpan.FromDays(2));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58978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종료 시 ZREVRANGE로 상위 N명 추출 → 보상 지급 후 DEL로 정리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티어 계산 — 상위 퍼센타일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참가자 수 대비 순위 비율로 티어 결정: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1430000" cy="27432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11155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totalPlayers = await lb.LengthAsync();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percentile   = (double)rank / totalPlayers * 100;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tier = percentile switch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&lt;= 1   =&gt; "💎 Diamond",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&lt;= 5   =&gt; "🏆 Platinum",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&lt;= 15  =&gt; "🥇 Gold",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&lt;= 35  =&gt; "🥈 Silver",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     =&gt; "🥉 Bronze"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84632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종료 시 Pipeline으로 전체 유저 배치 처리 → 개별 API 호출 대비 RTT 90% 절감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길드 랭킹: 멤버 점수 합산 → Sorted Set에 guildId 저장 (개인 랭킹과 동일 구조)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Pipeline으로 배치 점수 업데이트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5720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N명의 점수를 한 번의 네트워크 왕복으로 처리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 BatchUpdateScores(IEnumerable&lt;(long userId, double score)&gt; updates)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batch = connection.GetDatabase().CreateBatch();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tasks = new List&lt;Task&gt;();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(var (userId, score) in updates)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tasks.Add(batch.SortedSetAddAsync("rank:global", userId, score));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batch.Execute(); // 여기서 한꺼번에 전송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Task.WhenAll(tasks);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1000명 업데이트: 개별 호출 = 1000 RTT → Pipeline = 1 RTT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71500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≠ 트랜잭션 — 각 명령은 독립적, 중간 실패해도 나머지 실행됨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MULTI/EXEC(트랜잭션)는 원자성 필요 시 사용, Pipeline은 속도 최적화 목적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6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통신 시스템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Pub/Sub · 채팅 · 메일함 · 친구 시스템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Pub/Sub 기본 동작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시스템 (글로벌/길드/파티/귓속말)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간 이벤트 브로드캐스트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메일함 시스템 (읽음/삭제/페이지네이션)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시스템 (공통 친구, 추천, 온라인 친구)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Pub/Sub — 서버 간 실시간 메시지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2976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발행자 (Publisher)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pub = connection.GetSubscriber();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pub.PublishAsync("game:events:global", JsonSerializer.Serialize(evt));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구독자 (Subscriber) — 보통 서버 시작 시 등록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sub = connection.GetSubscriber();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sub.SubscribeAsync("game:events:global", async (channel, message)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evt = JsonSerializer.Deserialize&lt;GameEvent&gt;(message);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HandleEvent(evt); // 이벤트 처리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패턴 구독 (game:events:* 모든 채널)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sub.SubscribeAsync(new RedisChannel("game:events:*",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RedisChannel.PatternMode.Pattern), handler);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4406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Fire-and-Forget 특성 — 발행 시 구독자가 없으면 메시지 소실 (영속성 없음)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 후 구독 재등록 필수 / 중요 메시지는 RedisList로 백업 병행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시스템 구현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38404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메시지 전송 + 이력 저장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 SendMessage(string channelType, string channelId, ChatMessage msg)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json = JsonSerializer.Serialize(msg);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채널에 Pub/Sub 발행 (실시간 전달)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pub.PublishAsync($"chat:{channelType}:{channelId}", json);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List에 이력 저장 (최근 100개 유지)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history = new RedisList&lt;string&gt;(conn, $"chat:history:{channelType}:{channelId}",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history.LeftPushAsync(json);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history.TrimAsync(0, 99); // LTRIM — 100개 초과 자동 삭제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98348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타입: Global(전체), Guild(길드), Party(파티), Whisper(귓속말)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조회: LRANGE 0 49 로 최근 50개 → 무한 스크롤 지원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욕설 필터링은 Redis 외부에서 처리 후 저장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메일함 시스템 (RedisList 활용)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02336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mailbox:{userId} → List of MailMessage 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mailbox = new RedisList&lt;MailMessage&gt;(conn, $"mailbox:{userId}", null);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메일 수신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mailbox.RightPushAsync(mail); // RPUSH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메일 목록 조회 (페이지네이션)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page = await mailbox.RangeAsync((page-1)*10, page*10 - 1); // LRANGE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읽지 않은 메일 수 (별도 카운터)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unread = new RedisString&lt;int&gt;(conn, $"mailbox:unread:{userId}",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unread.IncrementAsync(); // 수신 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unread.IncrementAsync(-1); // 읽음 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1663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읽지 않은 수 카운터를 별도 String으로 관리 → 전체 List 순회 없이 O(1) 조회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첨부 메일: 수령 처리 완료 후 해당 인덱스 메시지만 삭제 (LREM)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보관함 용량 제한: LTRIM으로 최대 200개 유지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시스템 — Set 집합 연산의 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38404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myFriends     = new RedisSet&lt;long&gt;(conn, $"friends:{myId}",   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theirFriends  = new RedisSet&lt;long&gt;(conn, $"friends:{otherId}", null);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onlineUsers   = new RedisSet&lt;long&gt;(conn, "online:users",         null);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 친구 (SINTER)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mutual = await myFriends.IntersectAsync(theirFriends);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친구 추천 (친구의 친구 - 내 친구 = 새로운 추천)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fof = await theirFriends.DiffAsync(myFriends); // SDIFF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온라인 친구 (내 친구 ∩ 온라인 유저)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onlineFriends = await myFriends.IntersectAsync(onlineUsers); // SINTER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98348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SINTER(교집합), SUNION(합집합), SDIFF(차집합) — 단 1줄로 복잡한 친구 필터 완성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요청 상태: 별도 Set (friend:requests:{userId})으로 pending 목록 관리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수 제한(예: 최대 200명): SCARD로 확인 후 SADD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7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시스템과 고급 활용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Bitmap · 쿠폰 · Pipeline · 모니터링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Bitmap으로 출석 체크 시스템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/ 선착순 이벤트 처리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최적화 기법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SCAN으로 대용량 데이터 처리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모니터링 &amp; 운영 Best Practice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Bitmap 출석 체크 시스템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1148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attendance:{userId}:{year} → 비트맵 (1비트 = 1일)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key = $"attendance:{userId}:{DateTime.Today.Year}";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dayOfYear = DateTime.Today.DayOfYear; // 1~366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출석 체크 (특정 오프셋 비트를 1로)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db.StringSetBitAsync(key, dayOfYear, true);  // SETBIT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특정 날짜 출석 확인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attended = await db.StringGetBitAsync(key, dayOfYear); // GETBIT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연속 출석 일수 계산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bits = await db.StringGetAsync(key);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consecutive = CountConsecutiveBitsFromToday(bits);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연간 총 출석 수 (BITCOUNT)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totalDays = await db.StringBitCountAsync(key);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257800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1년치 출석 데이터 = 고작 366비트 = 46바이트! (메모리 극효율)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마일스톤 보상: 1일/3일/7일/14일/30일 연속 시 특별 보상 지급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수령 여부는 별도 Hash(attendance:rewards:{userId})로 추적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&amp; 선착순 이벤트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시스템 (중복 사용 방지)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SETNX 패턴: coupon:used:{code}:{userId}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NX(Not Exists) = 최초 요청만 성공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 true → 최초 사용, false → 중복 사용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만료일과 동일한 TTL 설정 → 자동 정리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이벤트 (수량 제한)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DECR으로 남은 수량 원자적 감소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 &gt;= 0 → 성공, &lt; 0 → 품절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초기화: SET event:qty:{eventId} 1000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스레드 특성으로 레이스 컨디션 없음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5806440"/>
            <a:ext cx="11430000" cy="7772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8978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선착순 원자적 처리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remaining = await db.StringDecrementAsync($"event:qty:{eventId}");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(remaining &lt; 0) { await db.StringIncrementAsync(...); return "품절"; }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SCAN으로 대용량 데이터 처리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7548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KEYS * 는 절대 금지! → 단일 스레드 블로킹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대신 SCAN 커서로 분할 조회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 ProcessAllPlayerData()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server = connection.GetServer(connection.GetEndPoints()[0]);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cursor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 batchSize = 100;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result = await db.ExecuteAsync("SCAN",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cursor.ToString(), "MATCH", "player:*",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"COUNT", batchSize.ToString());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cursor = (long)result[0];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keys = (string[])result[1];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배치 처리 (Pipeline 병행 가능)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ProcessBatch(keys);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while (cursor != 0); // cursor = 0이면 순회 완료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8978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SCAN은 O(1) per 호출 — 서버 블로킹 없이 수백만 키를 안전하게 순회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모니터링 &amp; 운영 명령어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41148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서버 전반 상태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INFO 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INFO memory   # 메모리 사용량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INFO stats    # 처리량, Hit/Miss 비율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느린 쿼리 분석 (10ms 이상 기록)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CONFIG SET slowlog-log-slower-than 10000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SLOWLOG GET 10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현재 연결된 클라이언트 목록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CLIENT LIST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실시간 명령 모니터링 (개발 환경에서만!)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redis-cli MONITOR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5257800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지표: keyspace_hits / keyspace_misses → Hit Rate = hits / (hits + misses) × 100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Rate &lt; 80% → 캐시 전략 재검토 필요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used_memory vs maxmemory 모니터링으로 OOM 사전 방지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네이밍 &amp; 운영 Best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네이밍 규칙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구분자: 콜론(:) 사용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{서비스}:{기능}:{ID} 패턴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session:player:12345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rank:daily:20260505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inventory:player:12345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chat:history:guild:777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짧고 명확하게 — 키 이름도 메모리 소비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972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체크리스트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1206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KEYS * 절대 금지 → SCAN 사용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모든 캐시 키에 TTL 설정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maxmemory + eviction 정책 설정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requirepass 비밀번호 설정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bind 127.0.0.1 (외부 노출 금지)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SLOWLOG로 정기적 성능 검토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중요 데이터는 DB 동기화 병행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× Redis 전체 아키텍처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클라이언트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/ PC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1887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(C#)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51960" y="1783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ASP.NET / 소켓 서버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118872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FF46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Cluster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+ Replica 구성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/ 인증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 + TTL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29260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시스템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9260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/ Pub-Sub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3520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 + Subscriber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인벤토리 캐시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257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+ Cache-Aside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46634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/ 출석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51960" y="5257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Bitmap + SETNX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63840" y="466344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C2128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 (영구 저장)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01000" y="5257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/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CloudStructures 주요 API 요약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430000" cy="768096"/>
          </a:xfrm>
          <a:prstGeom prst="roundRect">
            <a:avLst>
              <a:gd name="adj" fmla="val 7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247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RedisString&lt;T&gt;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12471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SetAsync / GetAsync / IncrementAsync / ExpireAsync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11430000" cy="768096"/>
          </a:xfrm>
          <a:prstGeom prst="roundRect">
            <a:avLst>
              <a:gd name="adj" fmla="val 7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08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RedisHash&lt;K,V&gt;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02082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SetAsync / GetAsync / GetAllAsync / IncrementAsync / DeleteAsync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43784"/>
            <a:ext cx="11430000" cy="768096"/>
          </a:xfrm>
          <a:prstGeom prst="roundRect">
            <a:avLst>
              <a:gd name="adj" fmla="val 7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169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RedisList&lt;T&gt;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916936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LeftPushAsync / RightPushAsync / RangeAsync / TrimAsync / LengthAsync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39896"/>
            <a:ext cx="11430000" cy="768096"/>
          </a:xfrm>
          <a:prstGeom prst="roundRect">
            <a:avLst>
              <a:gd name="adj" fmla="val 7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130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RedisSet&lt;T&gt;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8130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AddAsync / ContainsAsync / IntersectAsync / UnionAsync / DiffAsync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636008"/>
            <a:ext cx="11430000" cy="768096"/>
          </a:xfrm>
          <a:prstGeom prst="roundRect">
            <a:avLst>
              <a:gd name="adj" fmla="val 7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7091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RedisSortedSet&lt;T&gt;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4709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AddAsync / IncrementAsync / RankAsync / ScoreAsync / RangeByRankAsync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5532120"/>
            <a:ext cx="11430000" cy="768096"/>
          </a:xfrm>
          <a:prstGeom prst="roundRect">
            <a:avLst>
              <a:gd name="adj" fmla="val 7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6052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RedisHyperLogLog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56052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AddAsync / LengthAsync / MergeAsync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명령어 치트시트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2918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/ GET / DEL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INCR / INCRBY / DECR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SETNX / SET NX EX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 / TTL / PERSIST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SETBIT / GETBIT / BITCOUNT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 / 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481328"/>
            <a:ext cx="32918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HSET / HGET / HGETALL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HMSET / HMGET / HDEL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HINCRBY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LPUSH / RPUSH / LPOP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LRANGE / LTRIM / LLEN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00584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/ Sorted Set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1481328"/>
            <a:ext cx="33832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SADD / SREM / SMEMBERS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SINTER / SUNION / SDIFF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ZADD / ZREM / ZSCORE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ZREVRANK / ZREVRANGE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ZINCRBY / ZRANGEBYSCORE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ZREMRANGEBYSCORE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4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7일간의 여정을 마치며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Redis, 이제 두렵지 않다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11430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In-Memory 특성을 활용해 DB 병목을 제거하라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자료형을 올바르게 선택하면 코드는 단순해진다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TTL과 Eviction으로 메모리를 자동 관리하라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Pipeline으로 네트워크 왕복을 최소화하라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SCAN을 습관화하고 KEYS *는 잊어라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저자: 최흥배 &amp; Claude AI   |   게임 서버 × AI Agent의 만남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4931</Words>
  <Application>Microsoft Office PowerPoint</Application>
  <PresentationFormat>와이드스크린</PresentationFormat>
  <Paragraphs>687</Paragraphs>
  <Slides>47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1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흥배 최</cp:lastModifiedBy>
  <cp:revision>3</cp:revision>
  <dcterms:created xsi:type="dcterms:W3CDTF">2026-05-04T15:12:59Z</dcterms:created>
  <dcterms:modified xsi:type="dcterms:W3CDTF">2026-05-13T13:58:36Z</dcterms:modified>
</cp:coreProperties>
</file>