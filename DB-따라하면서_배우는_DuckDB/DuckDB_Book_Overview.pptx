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114800"/>
            <a:ext cx="3200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40080"/>
            <a:ext cx="18288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BOOK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따라하면서 배우는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</a:rPr>
              <a:t>DuckDB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게임 서버 개발자를 위한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C# 기반 데이터 분석 실전 가이드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2286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58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저자: 최흥배  |  AI-Assisted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C# .NET 9  ·  DuckDB 1.5.1  ·  11장 + 부록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🦆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OLAP  ·  임베디드  ·  컬럼 지향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743200"/>
            <a:ext cx="1234440" cy="3474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743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게임 로그 분석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2743200"/>
            <a:ext cx="1234440" cy="3474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743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SQL 통계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3246120"/>
            <a:ext cx="1234440" cy="3474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246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C# 연동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3246120"/>
            <a:ext cx="1234440" cy="3474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246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성능 최적화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1234440" cy="3474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749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</a:rPr>
              <a:t>실전 프로젝트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BOOK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이 책은 어떤 책인가?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</a:rPr>
              <a:t>"서버 없이, 파일 하나로, SQL 한 줄로, 수백만 행을 몇 초에 분석하는 데이터베이스 — DuckDB"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7432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64208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대상 독자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286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온라인 게임 서버 개발자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C# / .NET 환경 사용자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로그 분석이 필요한 개발팀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별도 분석 서버 없이 데이터를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다루고 싶은 실무자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664208"/>
            <a:ext cx="27432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664208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학습 목표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2743200"/>
            <a:ext cx="2286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DuckDB 개념 및 아키텍처 이해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C#에서 DuckDB 완전 연동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게임 로그 설계 → 수집 → 분석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실무 수준의 분석 시스템 구축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664208"/>
            <a:ext cx="274320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664208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개발 환경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2286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OS: Windows 11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언어: C# (.NET 9)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DB: DuckDB 1.5.1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IDE: VS Code + C# DevKit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패키지: DuckDB.NET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WHY DUCKDB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게임 개발자가 맞닥뜨리는 현실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194560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방법 1: MySQL/PostgreSQL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별도 DB 서버 운영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집계 쿼리 시 게임 서버 느려짐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서버 관리 부담, 복잡한 설정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2194560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😫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방법 2: Python + pandas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CSV를 메모리에 전부 로드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수GB 로그 파일은 메모리 부족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코드 복잡, 처리 속도 느림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2194560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😵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방법 3: Hadoop/Spark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빅데이터 클러스터 구축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오버엔지니어링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→ 비용과 운영 부담 폭발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384048"/>
          </a:xfrm>
          <a:prstGeom prst="rect">
            <a:avLst/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461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공통 문제: "도구가 목적보다 크다" — 로그 몇 줄 분석하려다 인프라 구축에 매몰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749040"/>
            <a:ext cx="365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▼ DuckDB가 이 모든 문제를 해결한다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CH.01 · DUCKDB 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DuckDB란 무엇인가?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2019년 네덜란드 CWI 연구소 탄생 · "분석(OLAP)을 위한 SQLite" · 오픈소스 임베디드 데이터베이스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7432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64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심플함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설치 불필요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NuGet 패키지 하나면 충분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서버 설정 0줄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27432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727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664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📦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이식성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서버 없이 프로세스 내 내장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단일 .duckdb 파일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배포가 극도로 단순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572768"/>
            <a:ext cx="27432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572768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6642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🚀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722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성능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컬럼 지향 스토리지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벡터화 실행 엔진</a:t>
            </a:r>
            <a:endParaRPr lang="en-US" sz="115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F8FAFC"/>
                </a:solidFill>
              </a:rPr>
              <a:t>수백만 행을 수초 내 처리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🦆  왜 오리(Duck)인가?  오리는 물(스트리밍), 땅(파일), 하늘(인메모리) 어디서든 적응한다.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DuckDB도 CSV · Parquet · JSON · 인메모리 데이터를 자유롭게 다루는 '만능 분석 도구'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CH.01 · OLTP vs OLAP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OLTP vs OLAP — 두 세계의 구분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023360" cy="3429000"/>
          </a:xfrm>
          <a:prstGeom prst="rect">
            <a:avLst/>
          </a:prstGeom>
          <a:solidFill>
            <a:srgbClr val="0C2340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40233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OLTP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Online Transaction 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실시간 게임 데이터 처리 (로그인·아이템·전투)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소수 행, 밀리초 단위 응답 필수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동시 수천 명 접근, 높은 동시성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MySQL / PostgreSQL / Redis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← 게임 서버의 핵심 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896112"/>
            <a:ext cx="4023360" cy="3429000"/>
          </a:xfrm>
          <a:prstGeom prst="rect">
            <a:avLst/>
          </a:prstGeom>
          <a:solidFill>
            <a:srgbClr val="1A2B0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96112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87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OLAP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Online Analytical 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쌓인 로그 집계·패턴 분석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수백만 행 스캔, 수초~수분 처리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읽기 위주, 처리량(Throughput)이 핵심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DuckDB / ClickHouse / BigQuery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← 분석 도구의 영역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VS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348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게임 서버: MySQL로 실시간 트랜잭션 + DuckDB로 분석/통계  →  두 DB는 경쟁이 아닌 역할 분담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CH.01 · CH.03 · 핵심 특징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DuckDB 핵심 아키텍처 특징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0624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02920" cy="199339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임베디드 (Embedded)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38988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별도 서버 프로세스 없이 C# 앱 내에 직접 내장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NuGet 패키지 추가만으로 즉시 사용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.duckdb 파일 하나로 전체 DB 관리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59152"/>
            <a:ext cx="35204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db = new DuckDBConnection("game.duckdb");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20624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502920" cy="1993392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987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</a:rPr>
              <a:t>컬럼 지향 스토리지 (Columnar)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49240" y="138988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쿼리에 필요한 컬럼만 선택적으로 디스크에서 읽음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100개 컬럼 중 3개만 필요해도 3개만 I/O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연속된 동종 데이터 → 압축률 극대화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2359152"/>
            <a:ext cx="35204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AVG(play_time), MAX(level) FROM logs;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20624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502920" cy="199339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17520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벡터화 실행 엔진 (Vectorized)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349300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행 1개씩이 아닌 1,024개 블록 단위 배치 처리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CPU SIMD 명령어로 대량 데이터 병렬 연산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동일 하드웨어에서 수십 배 빠른 분석 성능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462272"/>
            <a:ext cx="35204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수백만 행을 수초 내 처리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420624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17520"/>
            <a:ext cx="502920" cy="199339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17520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30906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인메모리 + 파일 모드 지원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49240" y="349300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":memory:" — RAM 전용, 임시 분석·테스트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파일 모드 — .duckdb 영구 저장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두 모드를 코드 한 줄 변경으로 전환 가능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4462272"/>
            <a:ext cx="35204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db = new DuckDBConnection(":memory:");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CH.01 · DB 비교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DuckDB vs SQLite vs PostgreSQL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850392"/>
            <a:ext cx="1554480" cy="548640"/>
          </a:xfrm>
          <a:prstGeom prst="rect">
            <a:avLst/>
          </a:prstGeom>
          <a:solidFill>
            <a:srgbClr val="60A5FA">
              <a:alpha val="13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868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SQLite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OLTP 임베디드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850392"/>
            <a:ext cx="1554480" cy="548640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868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DuckDB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124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OLAP 임베디드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850392"/>
            <a:ext cx="1554480" cy="548640"/>
          </a:xfrm>
          <a:prstGeom prst="rect">
            <a:avLst/>
          </a:prstGeom>
          <a:solidFill>
            <a:srgbClr val="A78BFA">
              <a:alpha val="13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868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1124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OLTP 서버형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SQLite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DuckDB 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PostgreSQL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용도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OLTP 임베디드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OLAP 분석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OLTP 서버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서버 필요 여부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필요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저장 방식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행 지향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컬럼 지향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행 지향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분석 쿼리 성능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느림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매우 빠름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중간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동시 쓰기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제한적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제한적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매우 우수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CSV/Parquet 직접 읽기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불가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가능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불가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설치 복잡도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매우 낮음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매우 낮음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중간~높음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대용량 집계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느림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매우 빠름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중간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게임 활용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클라이언트 캐시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CD34D"/>
                          </a:solidFill>
                        </a:rPr>
                        <a:t>로그 분석·통계 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</a:rPr>
                        <a:t>계정·결제·순위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06240" y="1481328"/>
            <a:ext cx="1783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BOOK STRUCTURE · 11장 구성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11장으로 완성되는 학습 로드맵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574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057400" cy="50292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3931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32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PHASE 1  개념 &amp; 환경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5087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5270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1장: DuckDB란?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4231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4414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2장: 개발 환경 구축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3375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3558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3장: 핵심 아키텍처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914400"/>
            <a:ext cx="20574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914400"/>
            <a:ext cx="2057400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14400"/>
            <a:ext cx="54864" cy="3931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932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2  SQL &amp; C# 연동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24328" y="15087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5270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4장: SQL 기초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24328" y="24231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4414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5장: C#에서 DuckDB 다루기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24328" y="33375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33558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6장: 파일 읽기/쓰기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20574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914400"/>
            <a:ext cx="205740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914400"/>
            <a:ext cx="54864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932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3  게임 실전 분석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18888" y="15087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5270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7장: 게임 로그 설계·수집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18888" y="24231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4414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8장: 콘텐츠별 DuckDB 활용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18888" y="33375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3558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9장: 통계 분석 실전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03720" y="914400"/>
            <a:ext cx="20574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914400"/>
            <a:ext cx="2057400" cy="5029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03720" y="914400"/>
            <a:ext cx="54864" cy="3931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3448" y="932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PHASE 4  최적화 &amp; 완성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13448" y="15087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5270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10장: 성능 최적화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13448" y="24231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8312" y="24414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11장: 실전 프로젝트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13448" y="3337560"/>
            <a:ext cx="1828800" cy="77724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3355848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+ 부록 A~D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CH.05 · C# 연동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C#에서 DuckDB 다루기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840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🔌  연결 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파일 DB / 인메모리 DB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using 패턴으로 안전한 해제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3840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⚙️  DDL / DML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테이블 생성·삭제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INSERT / UPDATE / DELETE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3840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🗂️  쿼리 → 객체 매핑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620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C# 클래스로 자동 매핑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타입 안전한 데이터 처리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383280"/>
            <a:ext cx="3840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🔒  보안 &amp; 트랜잭션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파라미터 바인딩 (SQL 인젝션 방지)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ACID 트랜잭션 처리 패턴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206240"/>
            <a:ext cx="384048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33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⏱️  비동기 지원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5079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async/await 완전 지원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게임 서버 비동기 아키텍처 적합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480560" cy="3931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914400"/>
            <a:ext cx="4480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914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C# · DuckDB.NET 연동 예시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07408" y="1261872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연결 열기 (파일 모드)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407408" y="1397203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db = new DuckDBConnection(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407408" y="1532534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 Source=game.duckdb");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407408" y="1667866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db.Open();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407408" y="1803197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407408" y="1938528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테이블 생성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407408" y="2073859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db.ExecuteAsync(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407408" y="2209190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407408" y="2344522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TABLE IF NOT EXISTS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407408" y="2479853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login_logs (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407408" y="2615184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player_id  VARCHAR,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407408" y="2750515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login_time TIMESTAMP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407408" y="2885846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407408" y="3021178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""");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407408" y="3156509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407408" y="3291840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파라미터 바인딩 INSERT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407408" y="3427171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cmd = db.CreateCommand();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407408" y="3562502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cmd.CommandText =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407408" y="3697834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login_logs VALUES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407408" y="3833165"/>
            <a:ext cx="43434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($player_id, $login_time)";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CH.07 · 게임 로그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온라인 게임 로그 설계와 수집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600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6002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접속 로그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659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주요 필드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22219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player_id · server_id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· ip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client_version · event_type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18211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분석 활용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3192" y="3520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DAU/MAU, CCU, 지역 분포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39112" y="896112"/>
            <a:ext cx="1600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9112" y="896112"/>
            <a:ext cx="16002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9784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⚔️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84832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전투 로그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30552" y="190195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19659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주요 필드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12264" y="22219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player_id · skill_id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target_id · damage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is_critical · timestamp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30552" y="318211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0552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분석 활용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12264" y="3520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87171"/>
                </a:solidFill>
              </a:rPr>
              <a:t>밸런스 분석, 버그 탐지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58184" y="896112"/>
            <a:ext cx="1600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58184" y="896112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9784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🎒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803904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아이템 로그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9624" y="190195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19659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주요 필드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31336" y="22219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player_id · item_id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· quantity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9624" y="318211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9624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분석 활용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31336" y="3520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0B981"/>
                </a:solidFill>
              </a:rPr>
              <a:t>경제 흐름, 복제 탐지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77256" y="896112"/>
            <a:ext cx="1600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77256" y="896112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9784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522976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결제 로그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68696" y="190195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68696" y="19659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주요 필드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50408" y="22219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player_id · product_id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· currency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68696" y="318211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68696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분석 활용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50408" y="3520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59E0B"/>
                </a:solidFill>
              </a:rPr>
              <a:t>ARPU, 전환율 분석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96328" y="896112"/>
            <a:ext cx="1600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96328" y="896112"/>
            <a:ext cx="1600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97840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7242048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오류 로그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87768" y="190195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87768" y="19659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주요 필드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269480" y="22219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error_code · message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stack_trace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server_id · timestamp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87768" y="3182112"/>
            <a:ext cx="14173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분석 활용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69480" y="3520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78BFA"/>
                </a:solidFill>
              </a:rPr>
              <a:t>서비스 안정성 모니터링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solidFill>
            <a:srgbClr val="17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86460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권장 포맷: 고빈도 전투→ CSV (압축·속도), 구조화 이벤트→ JSON/JSONL, 장기 보관·분석→ Parquet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CH.08 · 게임 콘텐츠 분석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게임 콘텐츠별 DuckDB 활용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8892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👥  플레이어 행동 분석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DAU/MAU · CCU 집계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세션 시간 분포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레벨별 이탈 지점 탐지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8892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05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⚔️  전투 밸런스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직업별 평균 DPS 비교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사망 패턴·핫스팟 분석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스킬 사용 빈도 통계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00584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💰  아이템 경제 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48132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획득·소비·거래 흐름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인플레이션 감지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희귀 아이템 유통 추적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6324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1546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📋  퀘스트/콘텐츠 완료율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6301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퍼널 단계별 이탈율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병목 지점 자동 탐지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콘텐츠 완료 시간 분포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06324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63240"/>
            <a:ext cx="27889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546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💳  결제 &amp; 수익 분석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6301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ARPU · ARPPU 계산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결제 전환율 코호트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상품별 매출 추이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2788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063240"/>
            <a:ext cx="278892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1546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🚨  이상 탐지 (Anti-cheat)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1928" y="36301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비정상 딜량 SQL 탐지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초당 이벤트 과다 플레이어</a:t>
            </a:r>
            <a:endParaRPr lang="en-US" sz="105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아이템 복제 패턴 감지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CH.09 · CH.10 · 통계 &amp; 성능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통계 분석 실전 &amp; 성능 최적화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41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📊  9장: 통계 분석 실전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내장 통계 함수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COUNT · SUM · AVG · STDDEV · PERCENTILE_CONT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윈도우 함수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순위(RANK) · 누적합(SUM OVER) · 이동 평균(AVG OVER)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시계열 분석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날짜·시간 함수로 일별/주별/월별 집계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코호트 분석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특정 날짜 가입자 그룹 추적 (D+1, D+7, D+30 리텐션)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12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퍼널 분석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단계별 전환율 — 접속→전투→아이템→결제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42816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9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대시보드 SQL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실무에서 바로 쓸 수 있는 리포트 쿼리 모음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941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⚡  10장: 성능 최적화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EXPLAIN ANALYZE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1700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쿼리 실행 계획 읽기 및 병목 지점 파악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975104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11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파티셔닝 활용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인덱스 대신 날짜·서버 파티션으로 스캔 범위 감소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542032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786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대용량 로드 최적화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CSV/JSON Bulk Load · COPY 명령 활용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108960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145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메모리 튜닝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401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SET memory_limit · SET threads 설정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675888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병렬 쿼리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멀티코어 활용 스레드 수 조정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4242816"/>
            <a:ext cx="3749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279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C# 앱 최적화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연결 재사용 · 배치 INSERT · 비동기 처리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CH.11 · 실전 프로젝트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실전 프로젝트: 게임 로그 분석 시스템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가상 온라인 게임 서버 7일치 로그 생성 → DuckDB 적재 → 실무 분석 리포트 출력 (C# 콘솔 앱)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084832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0848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325880"/>
            <a:ext cx="530352" cy="5303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시뮬레이터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가상 플레이어 100명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7일치 행동 로그 생성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JSONL 파일로 날짜별 저장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04872" y="2286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32888" y="1234440"/>
            <a:ext cx="2084832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32888" y="1234440"/>
            <a:ext cx="20848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132588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32888" y="18745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24328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파이프라인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24328" y="274320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JSONL 파일 스캔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중복 적재 방지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DuckDB 벌크 INSERT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286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45736" y="1234440"/>
            <a:ext cx="2084832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45736" y="1234440"/>
            <a:ext cx="20848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2976" y="132588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45736" y="18745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37176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분석 엔진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37176" y="274320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DAU · 전투 밸런스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아이템 경제 · 매출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이상 탐지 쿼리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0568" y="2286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58584" y="1234440"/>
            <a:ext cx="2084832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58584" y="1234440"/>
            <a:ext cx="20848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5824" y="1325880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5824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8584" y="18745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050024" y="23957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리포터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0024" y="274320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콘솔 표 형식 출력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실무 대시보드 시뮬레이션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8FAFC"/>
                </a:solidFill>
              </a:rPr>
              <a:t>결과 시각화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생성되는 분석 리포트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0416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일별 DAU 추이 (7일)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직업별 평균 DPS / 중앙값 비교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아이템 획득·소비 상위 10종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일별 매출 · ARPU · ARPPU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이상 행동 의심 플레이어 목록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DuckDB 테이블 구조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0" y="40416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login_events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battle_events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item_events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payment_events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loaded_files (중복 방지)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LEARNING OUTCOMES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이 책을 읽고 나면 할 수 있는 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889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8892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77240" y="1627632"/>
            <a:ext cx="1874520" cy="347472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LEVEL  기초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254203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DuckDB 개념과 OLAP 아키텍처 완전 이해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C#/.NET 9에서 DuckDB 설치 및 연동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SQL로 CSV·Parquet·JSON 파일 직접 분석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파라미터 바인딩, 트랜잭션 안전 처리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703320" y="1627632"/>
            <a:ext cx="187452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LEVEL  실전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084832"/>
            <a:ext cx="254203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게임 로그 5종 스키마 설계 및 C# 라이터 구현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날짜별 로그 로테이션 + DuckDB 자동 적재 파이프라인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DAU/MAU, 세션, 이탈 분석 SQL 작성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전투 밸런스·아이템 경제·결제 분석 쿼리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0058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629400" y="1627632"/>
            <a:ext cx="1874520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LEVEL  고급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084832"/>
            <a:ext cx="254203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코호트·퍼널·시계열 윈도우 함수 통계 분석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EXPLAIN ANALYZE로 쿼리 플랜 읽기 및 튜닝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Anti-cheat SQL 이상 탐지 패턴 구현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완전한 게임 로그 분석 시스템 처음부터 구축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🦆  DuckDB를 활용할 수 있는 곳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005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🎮  게임 로그 배치 분석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서버 없이 로그 파일을 SQL로 직접 분석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매일 DAU·매출·이탈 지표 자동 집계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914400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1005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🛡️  Anti-cheat 이상 탐지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74136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비정상 딜량·아이템 복제 패턴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SQL 쿼리 하나로 탐지 가능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914400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1005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📊  관리자 운영 도구 내장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18504" y="1417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C# 앱에 DuckDB 임베드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별도 분석 서버 없이 강력한 탐색 기능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🔄  ETL 파이프라인 처리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9768" y="29535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CSV → 정제 → Parquet 변환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DuckDB 하나로 완결되는 파이프라인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2450592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74136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🧪  개발/QA 데이터 검증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74136" y="29535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인메모리 DB로 단위 테스트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저장 데이터 정합성 즉시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2450592"/>
            <a:ext cx="28072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18504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</a:rPr>
              <a:t>📈  밸런스·이벤트 효과 측정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18504" y="295351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이벤트 오픈 후 수 시간 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8FAFC"/>
                </a:solidFill>
              </a:rPr>
              <a:t>효과 수치를 로그 파일로 즉시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4069080"/>
            <a:ext cx="8778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59E0B"/>
                </a:solidFill>
              </a:rPr>
              <a:t>"서버 없이, 파일 하나로, SQL 한 줄로, 수백만 행을 몇 초에 분석한다"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59E0B"/>
                </a:solidFill>
              </a:rPr>
              <a:t>— 게임 서버 개발자가 DuckDB를 알아야 하는 이유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따라하면서 배우는 DuckDB</dc:title>
  <dc:subject>PptxGenJS Presentation</dc:subject>
  <dc:creator>최흥배</dc:creator>
  <cp:lastModifiedBy>최흥배</cp:lastModifiedBy>
  <cp:revision>1</cp:revision>
  <dcterms:created xsi:type="dcterms:W3CDTF">2026-05-17T14:35:08Z</dcterms:created>
  <dcterms:modified xsi:type="dcterms:W3CDTF">2026-05-17T14:35:08Z</dcterms:modified>
</cp:coreProperties>
</file>