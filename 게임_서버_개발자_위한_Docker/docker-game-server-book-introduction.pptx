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44a0d9112d4ee6" /><Relationship Type="http://schemas.openxmlformats.org/officeDocument/2006/relationships/extended-properties" Target="/docProps/app.xml" Id="Rab1421d514a647f8" /><Relationship Type="http://schemas.openxmlformats.org/officeDocument/2006/relationships/officeDocument" Target="/ppt/presentation.xml" Id="R2c00d2293881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3b6961ab5e4940"/>
  </p:sldMasterIdLst>
  <p:notesMasterIdLst>
    <p:notesMasterId xmlns:r="http://schemas.openxmlformats.org/officeDocument/2006/relationships" r:id="Rabebd43104d34fec"/>
  </p:notesMasterIdLst>
  <p:sldIdLst>
    <p:sldId xmlns:r="http://schemas.openxmlformats.org/officeDocument/2006/relationships" id="256" r:id="R707ed0c2181647eb"/>
    <p:sldId xmlns:r="http://schemas.openxmlformats.org/officeDocument/2006/relationships" id="257" r:id="R1e9d63fe9b9c448f"/>
    <p:sldId xmlns:r="http://schemas.openxmlformats.org/officeDocument/2006/relationships" id="258" r:id="Raad1e4d620844450"/>
    <p:sldId xmlns:r="http://schemas.openxmlformats.org/officeDocument/2006/relationships" id="259" r:id="R3825e7d15379434e"/>
    <p:sldId xmlns:r="http://schemas.openxmlformats.org/officeDocument/2006/relationships" id="260" r:id="Rc2c4f604355d4caa"/>
    <p:sldId xmlns:r="http://schemas.openxmlformats.org/officeDocument/2006/relationships" id="261" r:id="Rf3e265af742a4a3b"/>
    <p:sldId xmlns:r="http://schemas.openxmlformats.org/officeDocument/2006/relationships" id="262" r:id="Rad7b0b0c0ab7480a"/>
    <p:sldId xmlns:r="http://schemas.openxmlformats.org/officeDocument/2006/relationships" id="263" r:id="R8bcadce094f44d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da7c204b641fe" /><Relationship Type="http://schemas.openxmlformats.org/officeDocument/2006/relationships/slideMaster" Target="/ppt/slideMasters/slideMaster1.xml" Id="R493b6961ab5e4940" /><Relationship Type="http://schemas.openxmlformats.org/officeDocument/2006/relationships/notesMaster" Target="/ppt/notesMasters/notesMaster1.xml" Id="Rabebd43104d34fec" /><Relationship Type="http://schemas.openxmlformats.org/officeDocument/2006/relationships/presProps" Target="/ppt/presProps.xml" Id="R35eac37bdd1e457d" /><Relationship Type="http://schemas.openxmlformats.org/officeDocument/2006/relationships/viewProps" Target="/ppt/viewProps.xml" Id="R62ce0e87d7ff4a3a" /><Relationship Type="http://schemas.openxmlformats.org/officeDocument/2006/relationships/tableStyles" Target="/ppt/tableStyles.xml" Id="R1a7317d4799a4664" /><Relationship Type="http://schemas.openxmlformats.org/officeDocument/2006/relationships/slide" Target="/ppt/slides/slide1.xml" Id="R707ed0c2181647eb" /><Relationship Type="http://schemas.openxmlformats.org/officeDocument/2006/relationships/slide" Target="/ppt/slides/slide2.xml" Id="R1e9d63fe9b9c448f" /><Relationship Type="http://schemas.openxmlformats.org/officeDocument/2006/relationships/slide" Target="/ppt/slides/slide3.xml" Id="Raad1e4d620844450" /><Relationship Type="http://schemas.openxmlformats.org/officeDocument/2006/relationships/slide" Target="/ppt/slides/slide4.xml" Id="R3825e7d15379434e" /><Relationship Type="http://schemas.openxmlformats.org/officeDocument/2006/relationships/slide" Target="/ppt/slides/slide5.xml" Id="Rc2c4f604355d4caa" /><Relationship Type="http://schemas.openxmlformats.org/officeDocument/2006/relationships/slide" Target="/ppt/slides/slide6.xml" Id="Rf3e265af742a4a3b" /><Relationship Type="http://schemas.openxmlformats.org/officeDocument/2006/relationships/slide" Target="/ppt/slides/slide7.xml" Id="Rad7b0b0c0ab7480a" /><Relationship Type="http://schemas.openxmlformats.org/officeDocument/2006/relationships/slide" Target="/ppt/slides/slide8.xml" Id="R8bcadce094f4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33a6d7d8a47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9ee655ba0456b" /><Relationship Type="http://schemas.openxmlformats.org/officeDocument/2006/relationships/notesMaster" Target="/ppt/notesMasters/notesMaster1.xml" Id="R80129f9e2373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7df6d0b80492d" /><Relationship Type="http://schemas.openxmlformats.org/officeDocument/2006/relationships/notesMaster" Target="/ppt/notesMasters/notesMaster1.xml" Id="R7e3327e5f24045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f4bce873842bd" /><Relationship Type="http://schemas.openxmlformats.org/officeDocument/2006/relationships/notesMaster" Target="/ppt/notesMasters/notesMaster1.xml" Id="R86350ec24a7646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b8eb08354d4958" /><Relationship Type="http://schemas.openxmlformats.org/officeDocument/2006/relationships/notesMaster" Target="/ppt/notesMasters/notesMaster1.xml" Id="R3ec56802e04b4f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d784b17a024eee" /><Relationship Type="http://schemas.openxmlformats.org/officeDocument/2006/relationships/notesMaster" Target="/ppt/notesMasters/notesMaster1.xml" Id="R6f2fc69665314e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fa53a5d2474fb1" /><Relationship Type="http://schemas.openxmlformats.org/officeDocument/2006/relationships/notesMaster" Target="/ppt/notesMasters/notesMaster1.xml" Id="Rf12d39b8093449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a28e37fa14831" /><Relationship Type="http://schemas.openxmlformats.org/officeDocument/2006/relationships/notesMaster" Target="/ppt/notesMasters/notesMaster1.xml" Id="R7fd18e850a9541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9ae68454494dd6" /><Relationship Type="http://schemas.openxmlformats.org/officeDocument/2006/relationships/notesMaster" Target="/ppt/notesMasters/notesMaster1.xml" Id="R936f8656dfe6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b2a5f73e5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3eac511ce4621" /><Relationship Type="http://schemas.openxmlformats.org/officeDocument/2006/relationships/slideLayout" Target="/ppt/slideLayouts/slideLayout1.xml" Id="R676d288ecce54e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d288ecce54e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e6d31058f48bb" /><Relationship Type="http://schemas.openxmlformats.org/officeDocument/2006/relationships/notesSlide" Target="/ppt/notesSlides/notesSlide1.xml" Id="Rad5c8822b5a046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85dd86074f18" /><Relationship Type="http://schemas.openxmlformats.org/officeDocument/2006/relationships/notesSlide" Target="/ppt/notesSlides/notesSlide2.xml" Id="R33f382a77a8544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93c15649a49fd" /><Relationship Type="http://schemas.openxmlformats.org/officeDocument/2006/relationships/notesSlide" Target="/ppt/notesSlides/notesSlide3.xml" Id="Rfaa373d4ef614e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a0d9ecea8419e" /><Relationship Type="http://schemas.openxmlformats.org/officeDocument/2006/relationships/notesSlide" Target="/ppt/notesSlides/notesSlide4.xml" Id="R8596b570ade1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9f16be66b44d8" /><Relationship Type="http://schemas.openxmlformats.org/officeDocument/2006/relationships/notesSlide" Target="/ppt/notesSlides/notesSlide5.xml" Id="Rf503db5a46f042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fa67046744e94" /><Relationship Type="http://schemas.openxmlformats.org/officeDocument/2006/relationships/notesSlide" Target="/ppt/notesSlides/notesSlide6.xml" Id="R8244c31b0bd2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d022afc8d4cc7" /><Relationship Type="http://schemas.openxmlformats.org/officeDocument/2006/relationships/notesSlide" Target="/ppt/notesSlides/notesSlide7.xml" Id="Rc6bf9cb2ab6c4d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4211ce0d14066" /><Relationship Type="http://schemas.openxmlformats.org/officeDocument/2006/relationships/notesSlide" Target="/ppt/notesSlides/notesSlide8.xml" Id="Rcc9bc9aed7084b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3C8F0-E5EA-4E36-84A3-8DF9EBAB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C8E2E-95A2-407A-9388-A7C3B8B2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020"/>
              </a:gs>
              <a:gs pos="52000">
                <a:srgbClr val="14213D"/>
              </a:gs>
              <a:gs pos="100000">
                <a:srgbClr val="114B5F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D6D10-AD79-42CC-A613-D5D323A4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Docker로 배우는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397CD-611A-4E25-B3DD-BBDFD667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게임 서버 개발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BC23C-A711-4112-8185-6AF4F7F8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Windows WSL 환경 구축부터 ASP.NET, 소켓 서버, Compose 운영, 배포 최적화까지 이어지는 실전형 입문서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D2D98-786A-4896-9D3F-ADB37A2D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3649F-EAF6-4A6D-A6FB-6B8D79DA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287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28C46-834F-4B75-8EAB-EB3ADD2F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287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AB1B2-37AC-4BD5-B30A-8F94CB67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287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48D62-2DE8-4375-8357-1B04E22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0529E-15FF-49E9-B581-614EB335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0600E-04BE-47AC-916C-BDD3AAB6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D3935-8DAC-48D3-891B-7111FA0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145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83DEE-689D-4F26-AD9A-4C7BD00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B75A8-15AD-46C4-8AB2-125FCEA1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84661-CB71-4716-BFDE-58588896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332DE-7515-4EAB-B65F-0529F8BB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003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9D360-51C3-4DD7-8E78-5BAE86A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2181B-80AD-4F77-BBD9-D904792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AA9F3-5453-4D8F-B8A5-0DAF1033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861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DF7F3-69CD-491C-A079-27413D92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86150"/>
            <a:ext cx="7048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28C9D-384B-4084-A42B-6C2ACE75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71950"/>
            <a:ext cx="23050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9F6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68BC8-96C8-43A9-B7A9-62776AC3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7195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9F6E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AA38D-C82A-40A2-8BE5-7C0C708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171950"/>
            <a:ext cx="0" cy="4381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9F6E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A46AC-569D-4E9A-8534-A1E36EB6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20002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49EF0-889A-47C6-BA84-E678758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86300"/>
            <a:ext cx="16192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42A3E-B958-4B1E-B310-DF5E9305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29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A9636-149F-47CF-8674-7B4BA150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291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Redis / 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C66E9-0EF9-4608-9F24-F6ED337D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6002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7DD3F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40A56-DBA8-4A36-9E8B-563AF34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95900"/>
            <a:ext cx="16002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A7F3D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36C78-D520-4775-A593-537BE6F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16002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DE68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08073-2F91-44D8-AFA1-AD62AEF8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6DE0E-BF1D-4AE3-96F1-E8AE1192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91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4부 구성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FA16F-2120-436E-A837-5328BCB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실습 중심</a:t>
            </a:r>
          </a:p>
        </p:txBody>
      </p:sp>
    </p:spTree>
    <p:extLst>
      <p:ext uri="{BB962C8B-B14F-4D97-AF65-F5344CB8AC3E}">
        <p14:creationId xmlns:p14="http://schemas.microsoft.com/office/powerpoint/2010/main" val="8452782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E16C0-AA8F-416D-8DD3-234E542F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2B74-AC11-4237-8C45-D54243B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66EA6E-892E-42E7-91A5-5D347F6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BOOK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BB9E4-4CAD-4E54-A736-F66A7031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이 책은 Docker를 게임 서버 개발자의 운영 언어로 바꿔준다.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D1611-FCA8-4845-B416-1B5338DC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대상 독자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5D7EF-9280-4166-A265-97AE00C0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0289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C5456-F396-4A96-AB82-CE0C4261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714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77BC3-925F-4402-B16C-1CCC711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431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Windows 개발자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C19C5-E246-4195-8D38-77B6B587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479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WSL2, Docker Desktop, VS Code, .NET SDK로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41FCB-3423-46DB-A59A-DC95EAB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0289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8E06C-DB8E-4B6F-AB0E-76BAC16A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714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C1567-FF93-46B8-A1FC-C7539EE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게임 서버 입문자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F7E1D-5C87-44F0-9853-C855DAF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528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REST API와 TCP 소켓 서버를 컨테이너로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189E7-9495-4D29-A056-0763264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0289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0B026-C7B8-4D9E-9719-9BF223D5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714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B5DF2-185F-452C-B4B8-772EA670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29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운영 준비 개발자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96591-D9B8-4D80-8B06-9233660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577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Compose, DB, Redis, 모니터링, CI/CD까지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B4F6C-C740-4C9D-9581-607CDEDA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409575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D1313-BD0E-4575-9ED3-4392ADA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핵심 메시지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0DF62-1F7B-4721-8B24-EF653668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컨테이너는 배포 도구가 아니라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개발, 테스트, 운영을 같은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언어로 묶는 서버 개발 방식이다.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B4E52-725E-4783-9BFE-53CB8D32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33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각 장은 명령어 암기보다 게임 서버 시나리오 안에서 Docker 개념을 반복 적용하도록 설계된다.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90F26-0F42-49E0-807E-CA1E1F0C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1295400" cy="14287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71429-6B85-458C-B062-3F0832CA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279E7-A0D4-43CF-8748-858DA0C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EBAB-CD66-49B9-B6F7-D6E71CFA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11F67-94C7-40D7-8DD9-FFE051C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529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같은 이미지,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같은 설정,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같은 실행 경로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26B33-EDDF-42AA-98AC-F988687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3AD5E-F369-48B6-8DD9-7D49108B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C6720-7F3D-4A92-94CC-AF02D43C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63223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84805-72FC-4907-BD1E-66F102C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615D-2CED-414E-8AF2-9FB5497E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8EB080F-B36D-4C65-A103-22FB89ED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LEARNING ARC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6389B-62EA-442F-AB38-D6B15809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0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4부 구성은 기초 명령어에서 실전 배포까지 한 번에 이어진다.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7A222-2199-4EC3-8389-35DFA10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9334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3A7C7-E79A-4AF9-91FA-16CAEFC2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590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11FFA-07EB-4621-AFA4-AEAB111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EE277-4F58-4B28-987E-58E0F98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75B0F-3A23-4EA3-AB91-EA578978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 기초와 환경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A1FCC-29CF-45EF-881F-CFD79BD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WSL2, Docker Desktop, 기본 명령어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0740F-F2E3-491A-B6DF-CE11B95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590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D68C0-1F52-4405-8010-EA907F7F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1E8C9-A2FC-45CC-BEE8-24958729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52D40-A692-49F1-839A-EFB0EDC0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게임 서버 개발 기초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38B40-FA9A-40BE-B764-02E7C72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291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Web API, TCP 소켓, 볼륨과 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45EBD-55DF-4BE0-AEA0-5EC9177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590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6C64-0D62-4B3B-957A-301D847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CA136-376C-4225-A41E-18CDEF99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E5FCB-8272-4754-AD1C-EE247E8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실전 게임 서버 운영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091E7-3C88-4C01-9F6B-D8F86A4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Compose, 설정, 네트워크, 로깅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CB8F9-DD4C-46C1-BCE4-885BCD06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5905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D5D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8F9A0-5FCB-4BC9-9874-28AF2EF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97D15-ACF9-4E1D-93AC-1D6D23BF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F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00A6B-9C14-4F18-B262-10FC284B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배포와 최적화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92C5E-ACCE-420B-8BA1-22466DF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291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멀티 스테이지, 보안, CI/CD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23C8B-B4E5-471C-87F9-3D5679E5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8096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6F6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CE9EAB-5752-4085-B521-ACE97B33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34025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결과: 독자는 컨테이너 실행만 아는 수준을 넘어, 작은 게임 서버 운영 흐름을 스스로 설계한다.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5C912-F8EB-418F-BBC4-371E2F3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EF570-AC7E-4342-B174-8DE796B7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EA9629-4A57-41EC-9E76-18C4D5A0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54792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DDC31-F10E-4241-8560-9FB7183B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6481-0CE6-45F5-8C07-3701816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EAA9FF-33D1-4C44-8E66-A4D34E4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8EEF7-AC10-4313-A2EA-B974E5FE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1부는 Windows 개발자가 Docker 실습을 시작할 수 있는 바닥을 깐다.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5A8B9-9302-4538-A856-4315603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90537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2AF73-5642-43FD-8E94-6FD63C38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8C484-F916-419D-AFA2-3B1AC2EE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1장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2C090-30D8-4B60-A86A-080E2DF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Docker와 게임 서버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326C-C47D-4794-BAF4-F507846E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사용 이유  |  핵심 개념  |  책의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30D1F-E684-4D9E-800E-7D87649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90537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4E74B-1FD3-49DC-A603-0CE7EF3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87063-A79C-4073-9C46-D8E8D05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2장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6DBA4-75DD-4BDF-8DD0-5872DB87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Windows WSL 환경 구축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FB165-3C74-41A8-80B7-E08E989B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WSL2  |  Docker Desktop  |  VS Code / .NET SDK  |  첫 명령어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D344B-3627-4081-8C74-3CA546F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90537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EB277-352B-4387-9165-5C90E71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ABBA4-4B69-4790-910A-20AAC788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7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76F"/>
                </a:solidFill>
                <a:latin typeface="Aptos"/>
                <a:ea typeface="Aptos"/>
                <a:cs typeface="Aptos"/>
              </a:rPr>
              <a:t>3장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79D75-0C7C-4745-88FA-282F19C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9107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 기본 실습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78F96-71FC-4DDB-A7EB-C63675EA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450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생명주기  |  이미지  |  logs / exec  |  포트와 네트워크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E41AA-D4B2-468E-A623-B3FF10F6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42900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1F818-3AF2-4913-A121-14C9262E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핵심 산출물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4DF0D-C735-4139-9C58-C5A8CA91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내 PC에서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컨테이너를 만들고,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로그를 확인하고,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외부 포트로 접속한다.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CAB65-0336-4FDA-8F9D-1AF9DA6C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00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7C6D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C6D6"/>
                </a:solidFill>
                <a:latin typeface="Aptos"/>
                <a:ea typeface="Aptos"/>
                <a:cs typeface="Aptos"/>
              </a:rPr>
              <a:t>Docker가 매일 쓰는 서버 실행 도구가 되는 구간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3CE49-407F-45F1-9945-42E82C7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955AB-85BE-4AAE-A5CA-E84E56B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BE74F-3DF4-4E76-BAE6-83A17E04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01212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BDC0A-075B-4D20-9E4D-6E985F54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B4306-A10D-471C-B70F-0EBFB46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E720B2-BC61-492D-AB82-4476D48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CA313-2799-4523-A6E0-879EE2F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2부는 실제 게임 서버 코드를 컨테이너 이미지로 바꾸는 구간이다.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CBD1B-49C0-4D7E-B6DA-7E75B83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105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A483B-66D0-46FF-BAC9-37225B8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BE02E-4D96-4C05-AFAB-602A596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4장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8E637-D9E8-4207-837C-EF710E3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027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ASP.NET Web API 게임 서버 Docker화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ED8B6-2746-4618-848E-F50794B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REST API  |  Dockerfile  |  .NET 이미지 빌드  |  컨테이너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004D5-98D0-466B-90F8-0FF3C8D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105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6926-B1F5-4298-A645-414DDD6E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832BB-A6B9-4F68-81B0-C66BF9C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5장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915B4-C247-44E2-BD72-B4765002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3852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소켓 게임 서버 Docker화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B2A90-77CD-45E7-AFA3-E7202C8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TCP 서버  |  소켓용 Dockerfile  |  네트워크 모드  |  클라이언트 테스트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9E82-178E-4ECD-B817-A0F76C3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51054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5BA52-6957-4BD6-8CCB-BDB03F5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0AE7E-833C-4CC8-A4D3-06D3CB3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958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6장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37D7D-A258-4796-97D5-39C99E5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76775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데이터 영속성과 볼륨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BA83B-1D42-4B05-B3FE-DAC10B9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70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볼륨 필요성  |  마운트  |  게임 데이터 저장  |  바인드 마운트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D3D13-2694-4C28-894E-F2F0B571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코드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84EC2-927D-431E-BBB7-5B69F482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이미지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73927-8B3C-4196-8687-5950FC8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컨테이너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E5327-0072-4F01-8297-2CE6D3B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10477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36A5A-D0B4-41A3-A108-D0CC897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10477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B63B6-B32D-448E-BF81-090F447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76550"/>
            <a:ext cx="10477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CD34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59ADE-D053-4C4D-B019-451E7F6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384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Socket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8E7EF-CD62-448C-93C5-151F843A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3847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Dockerfile</a:t>
            </a:r>
          </a:p>
          <a:p xmlns:a="http://schemas.openxmlformats.org/drawingml/2006/main">
            <a:pPr algn="ctr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EF1E6-F4AB-48D0-A4C0-18FB01BA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38475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run</a:t>
            </a:r>
          </a:p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284D2-5770-4056-A303-F4E2430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670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72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74EAE-31AD-4F3E-868B-2885AFC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670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A728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C5AF6-1CAB-45BB-B820-F8836D23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학습자는 서버 코드가 실행 파일을 넘어, 배포 가능한 이미지 단위로 포장되는 감각을 얻는다.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25AC9-C4E9-4356-BE30-BE7BE6CF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AE0CF-A018-43A6-9744-7EC373E2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6D04EF-2F7E-433A-B05C-0DDB5DC1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25982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B29E3-1134-45F2-9424-8F35BAC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F6078-559A-4263-91C6-CD3A5BC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F1B0ED-64D3-4ED2-A60E-F907A33D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7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76F"/>
                </a:solidFill>
                <a:latin typeface="Aptos"/>
                <a:ea typeface="Aptos"/>
                <a:cs typeface="Aptos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6DFD-9C89-4348-897A-78E9659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3부는 단일 서버를 운영 가능한 멀티 서비스 구조로 확장한다.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330D9-C4F5-4681-B342-1F4BEDC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953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1790A-397C-458F-8A48-9CF8485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8FB14-30D1-46A7-A59F-CFA136A2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7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76F"/>
                </a:solidFill>
                <a:latin typeface="Aptos"/>
                <a:ea typeface="Aptos"/>
                <a:cs typeface="Aptos"/>
              </a:rPr>
              <a:t>7장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183F0-8564-411E-9933-4FEEB9D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24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Docker Compose로 멀티 서버 구성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BDC2C-BEAF-4F75-A4B8-2BD7CC5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Compose  |  게임 서버 + Redis  |  게임 서버 + DB  |  로드 밸런싱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0A15B-F1A4-48A8-AAFA-1DF0A99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953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1674-90C6-480D-AF2A-E15161A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97392-62F7-4AD1-A2E1-CEDCD4B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7E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7ED0"/>
                </a:solidFill>
                <a:latin typeface="Aptos"/>
                <a:ea typeface="Aptos"/>
                <a:cs typeface="Aptos"/>
              </a:rPr>
              <a:t>8장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E45DF-D89A-4ED4-ABA3-0C03A95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62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환경 변수와 설정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D0AA0-BBB1-43C4-90FE-591F4CA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환경 변수  |  .env  |  환경 구분  |  Secrets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6831F-EAA0-4335-8BC9-8804CA05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953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1DCF8-01FC-4958-B974-B3674E5B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53552-2C8C-4A53-9683-154C13D9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9장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8FFA8-B5A5-4642-BC11-731753A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00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네트워킹 심화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D8AFF-8492-4E0B-BF1E-4D674D5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네트워크 종류  |  커스텀 네트워크  |  서버 간 통신  |  접근 제어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1A778-6358-4896-BF68-A2A2AB6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3524250" cy="2724150"/>
          </a:xfrm>
          <a:prstGeom xmlns:a="http://schemas.openxmlformats.org/drawingml/2006/main" prst="roundRect">
            <a:avLst>
              <a:gd name="adj" fmla="val 2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A7F73-C6BC-4B9A-8536-CB74D586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7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76F"/>
                </a:solidFill>
                <a:latin typeface="Aptos"/>
                <a:ea typeface="Aptos"/>
                <a:cs typeface="Aptos"/>
              </a:rPr>
              <a:t>운영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66E6B-E3EC-43D4-87B9-D089BB7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1811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D7ED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C8B87-D8ED-40D0-BF4B-FE38A00E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194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1C670-9B88-4740-8716-309452E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95600"/>
            <a:ext cx="11811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493D7-BA75-4409-9C47-7885E1A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194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5C35E-7A8C-441B-AE03-4FD8BF4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1811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CCFE5-529F-4E92-8405-BC80EE79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8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A0209-594F-4B64-95CA-39E3A53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29050"/>
            <a:ext cx="11811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86189-BB40-4591-8BDF-7772B426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528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B0395-3B2B-4208-AEA6-8266B01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67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하나의 compose.yml 안에서 서비스, 설정, 네트워크, 의존성이 함께 설명된다.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36D86-930B-4609-8B10-E3B1ADE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AA26BC-B3F4-463E-AE82-826163FC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ECAC7-F500-4148-AABE-20DC600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5881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A5660-EE72-42B7-84EB-620E06D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1E98F-6674-41CC-A9B9-03F4FCD4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D5DF6"/>
          </a:solidFill>
          <a:ln xmlns:a="http://schemas.openxmlformats.org/drawingml/2006/main" w="0">
            <a:noFill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72923C-50CB-4137-8855-57B752E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6"/>
                </a:solidFill>
                <a:latin typeface="Aptos"/>
                <a:ea typeface="Aptos"/>
                <a:cs typeface="Aptos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77AD0-3E8D-4123-B329-1662DECB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4부는 이미지를 작게, 안전하게, 반복 배포 가능한 단위로 다듬는다.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28161-F3EA-4CF9-9129-713AE64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0062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1B0C9-A3E8-4917-B09B-360EBB4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6C16C-58C7-4F4B-AEFA-1C409F6E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7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476F"/>
                </a:solidFill>
                <a:latin typeface="Aptos"/>
                <a:ea typeface="Aptos"/>
                <a:cs typeface="Aptos"/>
              </a:rPr>
              <a:t>10장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4FAE-F5FF-4431-A577-F184EE54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62175"/>
            <a:ext cx="414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모니터링과 로깅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E1C83-2C30-4B6A-9757-62994389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리소스 모니터링  |  로그 수집  |  헬스체크  |  모니터링 스택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601EC-A668-4D74-A8DC-CC3D1B98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00062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D8FA3-9C9E-49A9-97D8-D09158A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D9F9B-3E70-47CD-BB48-DE57729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6"/>
                </a:solidFill>
                <a:latin typeface="Aptos"/>
                <a:ea typeface="Aptos"/>
                <a:cs typeface="Aptos"/>
              </a:rPr>
              <a:t>11장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74382-5279-446B-9890-E0E326B0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0425"/>
            <a:ext cx="414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이미지 최적화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A30D4-E8D2-490B-A16D-9297C9B2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멀티 스테이지  |  크기 줄이기  |  레이어 캐싱  |  보안 베스트 프랙티스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0C5DA-1982-452D-B0A1-5D7B795E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00625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B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54A76-6292-4FFD-9C32-5F568B85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857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E7A8C-BAD6-4ED9-A37F-3808166B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12장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78540-03AE-41BE-BFC8-0C3C0CB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38675"/>
            <a:ext cx="414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실전 배포 시나리오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380EB-EB28-4871-BC48-21F58D1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테스트  |  클라우드 준비  |  CI/CD  |  롤링 업데이트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79F9E-699F-4C77-88F7-F9EB885D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3314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AE8A4-8DD3-4A5F-8254-7CEA7CF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62225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D5D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32B71-0E6C-4791-9ACA-737216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66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작게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D738D-292F-445C-A5D3-77F4BA29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62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멀티 스테이지와 캐시로 이미지 체중 감량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D3E02-87D9-460B-B2E5-1F22C28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3314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3E000-8F39-4A17-94CE-A0EA9D2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86175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476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1323E-E74E-48DB-B309-8D8ACB0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보이게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F421C-AC8E-4154-985A-64EA4CA2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86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로그와 헬스체크로 상태를 관찰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3AA4D-B7E8-42EE-9DB9-9DF07DDD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3314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1B815-546A-4AC6-8EF6-E4642EF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10125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A17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F8FB1-063F-425C-883A-7BD929F8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14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반복 가능하게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1E844-3FC8-420F-808D-CD604166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CI/CD와 롤링 업데이트로 배포 절차 고정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02031-A3F8-4941-85CC-8B54F447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2C9CC-037F-4150-A76E-94CFFD84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Docker로 배우는 게임 서버 개발 | Book introduction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2BEC7E-844D-4108-B81D-9CB9E8FD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77011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E71DB-3304-4CF3-ACFE-905051A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6D012-9B2D-4123-BB41-6FA2B92D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213D"/>
              </a:gs>
              <a:gs pos="60000">
                <a:srgbClr val="0B1020"/>
              </a:gs>
              <a:gs pos="100000">
                <a:srgbClr val="163B4D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647D-F230-4281-81E6-E55F60EB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이 책의 한 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4342E-DFE1-4286-AD92-C3E1F94A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게임 서버를 컨테이너로 만들고,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운영하고,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배포하는 첫 완주 코스.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1C8D2-F67D-4BC6-AB2D-5E8F81CA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952750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7DD3F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503C9-3926-4EE9-BA40-0BD78B2B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실습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D8678-8877-44BF-9766-B9C70361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명령어 -&gt; 서버 코드 -&gt; Compose -&gt; 배포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128A6-D7D3-4D3D-AB2C-0FC70B04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952750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7DD3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4E112-6CEE-4AFC-8496-D38124B0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기술 스택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BD5E-B86A-4CC8-9A8E-CE592F3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91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Windows WSL2, Docker Desktop, .NET, Redis,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FCBA3-387F-4DC5-8EF1-0713C7A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952750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7DD3F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F145C-F8E8-4046-9D3E-EF25112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운영 감각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3846-A686-44C1-8BD0-6E6E0318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로그, 헬스체크, 네트워크, Secrets, CI/CD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33CAB-D029-4FC4-94E5-A03EB37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DD3F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807C3-FCE2-40A5-900F-E791D25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2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2EA"/>
                </a:solidFill>
                <a:latin typeface="Aptos"/>
                <a:ea typeface="Aptos"/>
                <a:cs typeface="Aptos"/>
              </a:rPr>
              <a:t>추천 발표 포인트: Docker를 ‘설치 도구’가 아니라 게임 서버 개발의 공통 실행 환경으로 소개한다.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F5DF8-D6B3-4D1F-9D14-B559E50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67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7C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7C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0398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2026-06-08T13:26:55.6290000Z</dcterms:created>
  <dcterms:modified xsi:type="dcterms:W3CDTF">2026-06-08T13:26:55.6290000Z</dcterms:modified>
</coreProperties>
</file>