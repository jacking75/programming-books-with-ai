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2" d="100"/>
          <a:sy n="182" d="100"/>
        </p:scale>
        <p:origin x="17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1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54864" cy="2926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256032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C++ 고성능 멀티스레딩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Thread-Local Storage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67E8F9"/>
                </a:solidFill>
              </a:rPr>
              <a:t>락(Lock) 없는 고성능 멀티스레딩과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67E8F9"/>
                </a:solidFill>
              </a:rPr>
              <a:t>C++ 최적화 기법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7772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저자: 최흥배, AI-Assisted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Visual Studio 2022  |  MSVC C++20  |  Windows 10+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이 책은 무엇을 다루는가?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학습 대상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12848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멀티스레드 C++ 개발자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게임 서버 / 고성능 서버 개발자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82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락 경합으로 고민 중인 개발자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5486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C++11 이상 환경의 개발자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37560" y="16642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핵심 내용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37560" y="207568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21284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TLS 개념과 내부 동작 원리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779776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Win32 API TLS vs thread_local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346704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282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락 없는 고성능 패턴 6가지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913632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3849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실전 종합 예제 (메모리 풀 등)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0" y="16642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얻는 것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07568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212848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Mutex 대비 최대 18배 성능 향상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63640" y="2779776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락 없는(Lock-free) 설계 역량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3346704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282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스레드 안전 코드 작성 기술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63640" y="3913632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849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실무 최적화 패턴 습득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1.1  Thread-Local Storage란?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일반 전역 변수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모든 스레드가 같은 메모리 공유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783080"/>
            <a:ext cx="2286000" cy="50292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 g_data =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↑        ↑        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283464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283464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경쟁 조건 (Race Condition) 위험!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868680"/>
            <a:ext cx="384048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86868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thread_local 변수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각 스레드가 독립적인 복사본 소유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1828800"/>
            <a:ext cx="1097280" cy="77724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1828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tls_data=10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81928" y="1828800"/>
            <a:ext cx="1097280" cy="77724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1828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tls_data=20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88936" y="1828800"/>
            <a:ext cx="1097280" cy="77724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88936" y="1828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tls_data=30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↑              ↑              ↑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66360" y="315468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73368" y="315468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0376" y="3154680"/>
            <a:ext cx="91440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7580376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Thread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3648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완전한 격리 — 락 불필요!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1.2  왜 TLS가 필요한가? — 성능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2344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18×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0" cy="10058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TLS 방식이 Mutex보다 빠른 성능 향상 (4스레드, 400만 반복 기준)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6276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7E8F9"/>
                </a:solidFill>
              </a:rPr>
              <a:t>Mutex: 450ms  vs  TLS: 25ms  →  성능 차이: 18배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4114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</a:rPr>
              <a:t>🔒  Mutex 방식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✗  락 경합(Lock Contention) 성능 저하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✗  데드락(Deadlock) 위험 존재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✗  컨텍스트 스위칭 오버헤드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370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✗  캐시 무효화(Cache Invalidation)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423160"/>
            <a:ext cx="4114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</a:rPr>
              <a:t>⚡  TLS 방식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999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✓  락 오버헤드 완전 제거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✓  경쟁 조건(Race Condition) 없음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13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✓  캐시 친화적 메모리 접근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4370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✓  선형 확장성 — 스레드 추가해도 성능 유지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1.3  Win32 API TLS  vs  C++11 thread_local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</a:rPr>
              <a:t>항목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Win32 API TLS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822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C++11 thread_local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표준 여부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3258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Windows 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325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C++11 표준 (크로스 플랫폼)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사용 난이도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18745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복잡 (수동 관리)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8745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간단 (자동 관리)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231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타입 안전성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24231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없음 (void* 캐스팅)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완벽 (컴파일러 타입 체크)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41248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718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초기화/소멸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29718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수동 구현 필요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9718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자동 (생성자/소멸자)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최대 슬롯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35204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1,088개 제한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5204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제한 없음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841248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69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성능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34640" y="40690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약간 느림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069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최적화됨 (더 빠름)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 결론: 신규 코드는 C++11 thread_local 사용 권장 — 더 안전하고, 빠르고, 이식성이 높다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2.  Win32 API TLS — 4가지 핵심 함수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38404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TlsAlloc()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TLS 슬롯 인덱스 할당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프로그램 시작 시 한 번만 호출 — 반환값을 전역변수로 보관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605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TlsSetValue(idx, ptr)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현재 스레드의 슬롯에 값 저장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같은 인덱스라도 스레드마다 별도 메모리에 기록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108960"/>
            <a:ext cx="38404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TlsGetValue(idx)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현재 스레드의 슬롯 값 읽기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NULL 반환 시 GetLastError()로 오류 여부 확인 필요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3108960"/>
            <a:ext cx="38404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TlsFree(idx)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7033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슬롯 인덱스 반환 (슬롯만 해제)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⚠ 각 스레드에 저장된 데이터는 별도로 수동 해제 필요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9E0B"/>
                </a:solidFill>
              </a:rPr>
              <a:t>⚠  TlsAlloc()은 스레드마다 호출하지 말 것 — 스레드마다 호출하면 슬롯 1,088개 한도를 빠르게 소진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3.  C++11 thread_local — 더 쉽고, 더 빠르고, 더 안전하게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4069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</a:rPr>
              <a:t>코드 비교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Win32 TLS — 복잡하고 위험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g_idx = TlsAlloc();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new int(42);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TlsSetValue(g_idx, (void*)p);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r = (int*)TlsGetValue(g_idx);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r;  // 수동 해제!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TlsFree(g_idx);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46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thread_local — 간결!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thread_local int tls_data = 42;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그게 전부!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자동 초기화, 자동 소멸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0233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🔒  독립성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2618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각 스레드가 완전히 독립적인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변수 복사본을 소유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40233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♻️  자동 생명주기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267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스레드 생성 시 초기화,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종료 시 소멸자 자동 호출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🛡️  타입 안전성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void* 캐스팅 불필요,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컴파일러 타입 검사 지원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40233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📍  다양한 스코프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279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전역, 함수 static,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클래스 static 멤버 모두 가능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4.  고성능 프로그래밍 활용 사례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</a:rPr>
              <a:t>락 없는 메모리 할당자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</a:rPr>
              <a:t>Lock-free Memory Allocator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malloc/new는 내부적으로 전역 힙에 락을 검니다. 스레드별 메모리 풀을 두면 락 없이 O(1) 할당이 가능합니다. jemalloc, tcmalloc이 이 방식을 사용합니다.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2468880" cy="658368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</a:rPr>
              <a:t>⚡ 락 경합 제거 → 대규모 할당 성능 대폭 향상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14300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</a:rPr>
              <a:t>캐싱 최적화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375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</a:rPr>
              <a:t>Per-Thread Cache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48716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57860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스레드별 독립 캐시를 구현하여 공유 캐시의 락 경합을 제거합니다. False Sharing(캐시 라인 경합)도 함께 회피할 수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3977640"/>
            <a:ext cx="2468880" cy="658368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</a:rPr>
              <a:t>⚡ 캐시 히트율 향상 + False Sharing 제거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143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</a:rPr>
              <a:t>난수 생성기 최적화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</a:rPr>
              <a:t>Per-Thread PRNG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487168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57860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공유 난수 생성기(PRNG)는 동기화가 필요합니다. TLS로 스레드별 상태를 독립적으로 유지하면 품질 높은 난수를 락 없이 생성합니다.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977640"/>
            <a:ext cx="2468880" cy="65836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</a:rPr>
              <a:t>⚡ 스레드 수에 비례한 선형 성능 향상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4.  고성능 프로그래밍 활용 사례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404164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에러 핸들링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</a:rPr>
              <a:t>Thread-safe errno Style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2468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errno처럼 스레드별 에러 코드를 TLS로 관리합니다. 예외 없이 빠른 에러 전파가 가능하며, 스레드 간 에러 상태 오염이 없습니다.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404164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98755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프로파일링 &amp; 통계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3756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</a:rPr>
              <a:t>Lock-free Performance Counters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322576"/>
            <a:ext cx="2468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4231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스레드별 성능 카운터를 TLS로 독립 수집합니다. 측정 자체로 인한 성능 영향 최소화, 스레드 종료 시 중앙 집계합니다.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868680"/>
            <a:ext cx="2743200" cy="404164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6868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987552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572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컨텍스트 전파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</a:rPr>
              <a:t>Request Context / Logging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322576"/>
            <a:ext cx="2468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231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요청 컨텍스트(요청 ID, 사용자 정보, 로그 컨텍스트)를 함수 인자 없이 스레드 전체에 전파합니다. MDC(Mapped Diagnostic Context) 패턴의 기반입니다.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5.  고급 패턴과 주의사항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⚡  초기화 순서 문제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thread_local 변수는 해당 스레드에서 처음 접근할 때 초기화됩니다. 의도치 않은 시점의 초기화를 방지하려면 RAII 패턴이나 명시적 초기화 함수를 활용해야 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96312"/>
            <a:ext cx="38862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</a:rPr>
              <a:t>⚠ 지연 초기화로 인한 데드락 가능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41605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📦  동적 라이브러리 (DLL)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DLL이 TLS를 사용할 때는 DLL_THREAD_ATTACH/DETACH 메시지를 반드시 처리해야 합니다. DllMain에서 각 스레드의 초기화와 정리를 수행해야 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496312"/>
            <a:ext cx="38862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</a:rPr>
              <a:t>⚠ DllMain에서 미처리 시 메모리 누수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41605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📊  성능 고려사항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TLS 접근 자체는 매우 빠르지만(~100-200 사이클), 핫 패스에서 반복 접근 시 결과를 지역 변수에 캐시하면 더욱 최적화할 수 있습니다.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16552"/>
            <a:ext cx="38862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16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</a:rPr>
              <a:t>⚠ 과도한 TLS 슬롯 사용은 메모리 증가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🗑️  메모리 누수 방지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Win32 TLS는 TlsFree() 호출 시 각 스레드의 데이터가 자동으로 해제되지 않습니다. DLL_THREAD_DETACH에서 반드시 수동으로 delete를 호출해야 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4416552"/>
            <a:ext cx="38862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416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</a:rPr>
              <a:t>⚠ 스레드 종료 시 수동 정리 필수 (Win32)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6.  실전 종합 예제 — TLS가 진정으로 빛나는 순간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7E8F9"/>
                </a:solidFill>
              </a:rPr>
              <a:t>"스레드마다 독립적인 상태가 필요하지만, 매번 인자로 전달하기엔 너무 번거로운 상황"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20624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89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스레드별 메모리 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931920" cy="1874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ObjSz, size_t Cap&gt;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ThreadLocalPool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thread_local PoolBlock tlPool;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std::atomic&lt;size_t&gt; totalAlloc;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void* Allocate()   // 락 없이 O(1)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void  Deallocate() // 락 없이 반환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767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C55E"/>
                </a:solidFill>
              </a:rPr>
              <a:t>💡 Why TLS?  malloc/free는 전역 힙에 락 → TLS 풀로 완전히 제거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🏭 jemalloc, tcmalloc이 동일 방식 사용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3168" y="1298448"/>
            <a:ext cx="420624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98448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1389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</a:rPr>
              <a:t>요청 컨텍스트 전파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10328" y="1828800"/>
            <a:ext cx="3931920" cy="1874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187452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RequestContext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uint64_t requestId;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std::string userId;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logLevel;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thread_local RequestContext g_ctx;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어디서든 인자 전달 없이 접근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DeepFunction()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LOG(g_ctx.requestId, "...");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10328" y="3767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C55E"/>
                </a:solidFill>
              </a:rPr>
              <a:t>💡 Why TLS?  함수 체인마다 ctx 인자 전달 불필요 → 코드 간결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🏭 요청 ID 로깅, MDC 패턴, 트레이싱 컨텍스트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7E8F9"/>
                </a:solidFill>
              </a:rPr>
              <a:t>결론 — 핵심 요약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TLS는 스레드별 독립 저장소 — 공유 없이 경쟁 조건(Race Condition)을 원천 차단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71907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Mutex 대비 최대 18배 성능 향상 — 락 경합, 컨텍스트 스위칭, 캐시 무효화 모두 제거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47802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C++11 thread_local이 Win32 TLS보다 안전하고 빠르며 크로스 플랫폼 — 신규 코드에 권장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메모리 풀, 캐시, 난수, 에러 처리, 프로파일링, 컨텍스트 전파 — 6가지 실전 패턴 즉시 적용 가능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95928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9959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고성능 게임 서버, 트레이딩 시스템, 실시간 시스템의 핫 패스 최적화에 필수 기법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"멀티스레드 성능 병목의 첫 번째 해법은 </a:t>
            </a:r>
            <a:r>
              <a:rPr lang="en-US" sz="1200" b="1" dirty="0" err="1">
                <a:solidFill>
                  <a:srgbClr val="0F172A"/>
                </a:solidFill>
              </a:rPr>
              <a:t>TLS다</a:t>
            </a:r>
            <a:r>
              <a:rPr lang="en-US" sz="1200" b="1">
                <a:solidFill>
                  <a:srgbClr val="0F172A"/>
                </a:solidFill>
              </a:rPr>
              <a:t>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1352</Words>
  <Application>Microsoft Office PowerPoint</Application>
  <PresentationFormat>화면 슬라이드 쇼(16:9)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실전 Thread-Local Storage</dc:title>
  <dc:subject>PptxGenJS Presentation</dc:subject>
  <dc:creator>최흥배</dc:creator>
  <cp:lastModifiedBy>흥배 최</cp:lastModifiedBy>
  <cp:revision>2</cp:revision>
  <dcterms:created xsi:type="dcterms:W3CDTF">2026-05-14T14:45:39Z</dcterms:created>
  <dcterms:modified xsi:type="dcterms:W3CDTF">2026-05-14T14:51:59Z</dcterms:modified>
</cp:coreProperties>
</file>