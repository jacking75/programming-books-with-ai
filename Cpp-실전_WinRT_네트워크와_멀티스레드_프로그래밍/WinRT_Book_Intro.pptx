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74320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31152" y="274320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70064" y="274320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08976" y="274320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47888" y="274320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987552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31152" y="987552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70064" y="987552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08976" y="987552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47888" y="987552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700784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31152" y="1700784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1700784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08976" y="1700784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1700784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414016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31152" y="2414016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70064" y="2414016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08976" y="2414016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47888" y="2414016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3127248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31152" y="3127248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70064" y="3127248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08976" y="3127248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47888" y="3127248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3840480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31152" y="3840480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70064" y="3840480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08976" y="3840480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47888" y="3840480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960120"/>
            <a:ext cx="2011680" cy="2926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960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C++/WinRT  |  게임 서버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WinRT</a:t>
            </a:r>
            <a:endParaRPr lang="en-US" sz="5200" dirty="0"/>
          </a:p>
        </p:txBody>
      </p:sp>
      <p:sp>
        <p:nvSpPr>
          <p:cNvPr id="36" name="Text 34"/>
          <p:cNvSpPr/>
          <p:nvPr/>
        </p:nvSpPr>
        <p:spPr>
          <a:xfrm>
            <a:off x="457200" y="2240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네트워크와 멀티스레드 프로그래밍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457200" y="2926080"/>
            <a:ext cx="530352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063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저자: 최흥배 · Claude AI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33375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2022  |  C++20  |  Windows 11+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40"/>
          </a:solidFill>
          <a:ln w="12700">
            <a:solidFill>
              <a:srgbClr val="0F17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Runtime  ·  비동기 프로그래밍  ·  네트워크  ·  멀티스레딩  ·  게임 서버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10312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869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6733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챕터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777240"/>
            <a:ext cx="210312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8869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06040" y="1463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16733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210312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30428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7432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0906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예제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2194560"/>
            <a:ext cx="210312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06040" y="230428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60604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30906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라인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749808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749808"/>
            <a:ext cx="64008" cy="4114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841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책은 무엇을 가르치나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1261872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Windows Runtime(WinRT) API를 활용한 현대적 C++ 서버 개발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co_await / 코루틴 기반 비동기 프로그래밍 완전 이해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ThreadPool · 타이머 · 동기화 객체로 안전한 멀티스레딩 구현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TCP · UDP · WebSocket 소켓 프로그래밍 실전 적용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패킷 설계 · 직렬화 · 메시지 프레이밍 기법 습득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채팅 서버 · 게임 로비 · 실시간 게임 서버 단계별 구축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성능 최적화 · 테스트 · 디버깅 노하우 전수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WinRT와 C++/WinRT 기초  (Ch 1–3)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64008" cy="4114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77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1. WinRT 시작하기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106424"/>
            <a:ext cx="256032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WinRT가 필요한 이유 / COM과의 관계 / 개발 환경 구성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C++/WinRT 프로그램 · 빌드 과정 이해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예제: WinRT 기반 비동기 로그 시스템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77724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777240"/>
            <a:ext cx="64008" cy="4114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777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2. C++/WinRT 핵심 타입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106424"/>
            <a:ext cx="256032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hstring · com_ptr · handle · fire_and_forget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IVector / IMap 컬렉션 타입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예제: 설정 관리자 구현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77724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777240"/>
            <a:ext cx="64008" cy="4114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777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3. 비동기 프로그래밍 입문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106424"/>
            <a:ext cx="256032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IAsyncAction · IAsyncOperation&lt;T&gt;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co_await 동작 원리 · 예외 처리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취소 · 타임아웃 · 종합 예제: 비동기 파일 다운로더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개념: 자동 메모리 관리 · 강타입 시스템 · co_await 기반 비동기 · 일관된 API 디자인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스레드 프로그래밍  (Ch 4–7)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640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772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4. WinRT 스레딩 기초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106424"/>
            <a:ext cx="39776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아파트먼트 모델(STA/MTA)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resume_background() · resume_foreground()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예제: 멀티스레드 이미지 프로세서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777240"/>
            <a:ext cx="64008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7772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5. ThreadPool 활용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106424"/>
            <a:ext cx="39776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RunAsync() · WorkItemPriority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취소 · when_all 패턴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예제: 작업 스케줄러 시스템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43200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43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6. 타이머 프로그래밍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072384"/>
            <a:ext cx="39776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ThreadPoolTimer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CreateTimer vs CreatePeriodicTimer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예제: 게임 틱 시뮬레이터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7432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743200"/>
            <a:ext cx="64008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743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7. 동기화 객체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072384"/>
            <a:ext cx="39776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· lock_guard · shared_mutex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condition_variable · atomic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예제: 스레드 안전 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개념: 안전한 멀티스레딩 · 경쟁 조건 방지 · 생산자-소비자 패턴 · 락프리 프로그래밍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네트워크 프로그래밍 기초  (Ch 8–12)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49808"/>
            <a:ext cx="64008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8. WinRT 네트워킹 시작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256032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 · EndpointPair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권한 · 연결 상태 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예제: 네트워크 모니터링 도구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749808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749808"/>
            <a:ext cx="64008" cy="1965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7498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9. TCP 소켓 · StreamSocket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078992"/>
            <a:ext cx="256032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ConnectAsync · DataWriter · DataReader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소켓 오류 처리 · SocketErrorStatus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예제: HTTP 클라이언트 구현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749808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749808"/>
            <a:ext cx="64008" cy="1965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7498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10. TCP 서버 · Listener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078992"/>
            <a:ext cx="256032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BindServiceNameAsync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ConnectionReceived 이벤트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예제: 멀티 클라이언트 에코 서버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" y="2852928"/>
            <a:ext cx="3977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2852928"/>
            <a:ext cx="64008" cy="19933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8529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11. UDP · DatagramSocket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182112"/>
            <a:ext cx="37947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MessageReceived 이벤트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멀티캐스트 · JoinMulticastGroup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예제: P2P 채팅 애플리케이션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2852928"/>
            <a:ext cx="3977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0" y="2852928"/>
            <a:ext cx="64008" cy="19933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28529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12. 소켓 옵션과 제어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3182112"/>
            <a:ext cx="37947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KeepAlive · NoDelay · QoS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TLS/SSL 기초 설정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예제: 성능 벤치마크 도구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590288"/>
            <a:ext cx="8595360" cy="33832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590288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개념: TCP/UDP 소켓 · 비동기 I/O · DataReader/DataWriter · 소켓 옵션 최적화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고급 네트워크 프로그래밍  &amp;  Part 5 · 프로토콜 처리  (Ch 13–19)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13232"/>
            <a:ext cx="42062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132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(Ch 13–16)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024128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24128"/>
            <a:ext cx="54864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060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13. 버퍼 관리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" y="129844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IBuffer · Buffer 클래스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버퍼 복사 최소화 · 버퍼 풀 매니저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984248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984248"/>
            <a:ext cx="54864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2020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14. 비동기 패턴 심화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" y="225856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코루틴 생명주기 · 비동기 루프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작업 · 비동기 네트워크 스캐너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2944368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944368"/>
            <a:ext cx="54864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2980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15. WebSocket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" y="32186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MessageWebSocket · StreamWebSocket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예제: 실시간 게임 데이터 스트리밍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3904488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3904488"/>
            <a:ext cx="54864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3941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16. 네트워크+스레드 통합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" y="417880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 전용 스레드 · 전송 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TCP 서버 프레임워크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713232"/>
            <a:ext cx="420624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7132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 (Ch 17–19)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02412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24128"/>
            <a:ext cx="54864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17. 패킷 프로토콜 설계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82896" y="1353312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고정/가변 길이 헤더 · 메시지 타입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Endianness · TLV 프로토콜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30428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304288"/>
            <a:ext cx="54864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2359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18. 직렬화 / 역직렬화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82896" y="2633472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타입 · 구조체 · 컨테이너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템플릿 기반 자동 직렬화 시스템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58444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584448"/>
            <a:ext cx="54864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82896" y="3639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19. 메시지 프레이밍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82896" y="3913632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 접두사 · 구분자 방식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조립기 · 범용 프레이밍 라이브러리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2880" y="4572000"/>
            <a:ext cx="8778240" cy="33832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4572000"/>
            <a:ext cx="8778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개념: Zero-copy 버퍼 관리 · WebSocket 실시간 통신 · TLV 패킷 · 자동 직렬화 · 메시지 프레이밍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실전 응용  (Ch 20–25)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64008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20. 세션 관리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256032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식별자 · 상태 머신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컨테이너 · 타임아웃 처리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완전한 세션 매니저 구현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77724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777240"/>
            <a:ext cx="64008" cy="1783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777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21. 채팅 서버 구축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106424"/>
            <a:ext cx="256032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인증 · 채팅방 관리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브로드캐스트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멀티룸 채팅 서버 완성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77724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777240"/>
            <a:ext cx="64008" cy="1783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777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22. 게임 로비 서버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106424"/>
            <a:ext cx="256032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매칭 시스템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 생성 · 게임 시작 프로토콜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완전한 게임 로비 시스템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6974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697480"/>
            <a:ext cx="64008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23. 실시간 게임 서버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026664"/>
            <a:ext cx="256032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루프 · 플레이어 입력 처리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브로드캐스트 · 지연 보상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간단한 액션 게임 서버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26974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697480"/>
            <a:ext cx="64008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24. 성능 최적화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026664"/>
            <a:ext cx="256032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풀링 · 이동 의미론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배칭 · 델타 인코딩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고성능 패킷 처리 파이프라인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6974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697480"/>
            <a:ext cx="64008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697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25. 테스트 · 디버깅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026664"/>
            <a:ext cx="256032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 테스트 · 부하 테스트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조건 시뮬레이션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테스트 프레임워크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개념: 프로덕션급 서버 구축 · 매칭 알고리즘 · 지연 보상 · Zero-copy 최적화 · 부하 테스트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로드맵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9224" y="841248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841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126187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44752"/>
            <a:ext cx="126187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WinRT 기초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1170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· 스마트포인터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hstring · 코루틴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54480" y="2377440"/>
            <a:ext cx="31089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841248"/>
            <a:ext cx="512064" cy="51206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841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65376" y="1444752"/>
            <a:ext cx="126187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65376" y="1444752"/>
            <a:ext cx="126187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11096" y="153619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멀티스레딩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11096" y="1920240"/>
            <a:ext cx="1170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 · 타이머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뮤텍스 · 원자 연산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45536" y="2377440"/>
            <a:ext cx="31089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31336" y="841248"/>
            <a:ext cx="512064" cy="51206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31336" y="841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456432" y="1444752"/>
            <a:ext cx="126187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56432" y="1444752"/>
            <a:ext cx="126187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2152" y="153619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 네트워크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02152" y="1920240"/>
            <a:ext cx="1170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· UDP · WinRT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소켓 API 완전 습득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36592" y="2377440"/>
            <a:ext cx="31089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22392" y="841248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22392" y="841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047488" y="1444752"/>
            <a:ext cx="126187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47488" y="1444752"/>
            <a:ext cx="126187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93208" y="153619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고급 네트워크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93208" y="1920240"/>
            <a:ext cx="1170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· 버퍼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패턴 심화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27648" y="2377440"/>
            <a:ext cx="31089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13448" y="841248"/>
            <a:ext cx="512064" cy="51206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13448" y="841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638544" y="1444752"/>
            <a:ext cx="126187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38544" y="1444752"/>
            <a:ext cx="1261872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84264" y="153619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설계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84264" y="1920240"/>
            <a:ext cx="1170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· 직렬화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프레이밍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18704" y="2377440"/>
            <a:ext cx="31089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04504" y="841248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04504" y="841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229600" y="1444752"/>
            <a:ext cx="126187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29600" y="1444752"/>
            <a:ext cx="1261872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75320" y="153619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서버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75320" y="1920240"/>
            <a:ext cx="1170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· 로비 · 게임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· 테스트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657600"/>
            <a:ext cx="859536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" y="3675888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챕터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에는 개념 설명 → 코드 예제 → </a:t>
            </a:r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예제(150~200 라인)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포함되어 단계적으로 실력을 쌓을 수 있도록 구성됩니다.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환경: Visual Studio 2022  ·  MSVC v143 (C++20)  ·  Windows 11 이상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&amp; 책의 특징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41148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(Appendix)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1155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WinRT 네트워킹 API 레퍼런스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(모든 클래스·메서드 정리)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700784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6459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스레딩 API 레퍼런스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(동기화 객체 완전 가이드)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231136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17627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코드 &amp; 해결 방법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(SocketErrorStatus 전체 목록)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761488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70662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튜닝 체크리스트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(최적화 포인트 요약)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291840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23697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설계 패턴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(재사용 가능한 템플릿)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749808"/>
            <a:ext cx="42519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74980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책의 특징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115568"/>
            <a:ext cx="4251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115568"/>
            <a:ext cx="54864" cy="5212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14300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개념 설명 중심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73168" y="13624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이론과 동기를 먼저 설명하고 코드로 증명하는 방식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682496"/>
            <a:ext cx="4251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682496"/>
            <a:ext cx="54864" cy="5212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17099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종합 예제 25+개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73168" y="1929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챕터마다 150~200줄의 실전 규모 예제 수록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249424"/>
            <a:ext cx="4251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249424"/>
            <a:ext cx="54864" cy="5212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22768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게임 서버 관점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73168" y="249631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예제가 게임 서버 개발 시나리오에 맞춰 설계됨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2816352"/>
            <a:ext cx="4251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816352"/>
            <a:ext cx="54864" cy="5212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28437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성능 최적화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773168" y="30632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· 오브젝트 풀링 · 비동기 배칭 등 실전 기법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3383280"/>
            <a:ext cx="42519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3383280"/>
            <a:ext cx="54864" cy="5212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341071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테스트 &amp; 검증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773168" y="36301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 테스트부터 부하 테스트까지 품질 보증 방법 포함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886200"/>
            <a:ext cx="868680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91363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WinRT를 처음 접하는 C++ 서버 개발자가 네트워크 · 멀티스레드 · 실전 게임 서버까지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권으로 완전히 마스터할 수 있도록 설계된 실전 중심 가이드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274320" y="4681728"/>
            <a:ext cx="8686800" cy="2926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6817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저자: 최흥배 · Claude AI  |  23년 경력 게임 서버 개발자와 AI의 협업으로 완성된 책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777240"/>
            <a:ext cx="6400800" cy="3291840"/>
          </a:xfrm>
          <a:prstGeom prst="rect">
            <a:avLst/>
          </a:prstGeom>
          <a:solidFill>
            <a:srgbClr val="162250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96012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WinRT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네트워크와 멀티스레드 프로그래밍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286000" y="2121408"/>
            <a:ext cx="4572000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73352" y="2331720"/>
            <a:ext cx="749808" cy="274320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73352" y="23317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14600" y="2331720"/>
            <a:ext cx="749808" cy="27432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23317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C++20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55848" y="2331720"/>
            <a:ext cx="749808" cy="27432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23317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97096" y="2331720"/>
            <a:ext cx="749808" cy="2743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97096" y="23317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TCP/UDP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38344" y="2331720"/>
            <a:ext cx="749808" cy="27432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38344" y="23317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79592" y="2331720"/>
            <a:ext cx="749808" cy="274320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9592" y="23317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멀티스레드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0840" y="2331720"/>
            <a:ext cx="749808" cy="274320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23317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서버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71600" y="2834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저자: 최흥배 · Claude AI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31272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2022  ·  MSVC v143 (C++20)  ·  Windows 11+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solidFill>
            <a:srgbClr val="0F1740"/>
          </a:solidFill>
          <a:ln w="12700">
            <a:solidFill>
              <a:srgbClr val="0F17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25개 챕터  ·  5개 부록  ·  25+ 종합 예제  ·  4,000+ 라인의 실전 코드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실전 WinRT: 네트워크와 멀티스레드 프로그래밍</dc:title>
  <dc:subject>PptxGenJS Presentation</dc:subject>
  <dc:creator>최흥배, Claude AI</dc:creator>
  <cp:lastModifiedBy>최흥배, Claude AI</cp:lastModifiedBy>
  <cp:revision>1</cp:revision>
  <dcterms:created xsi:type="dcterms:W3CDTF">2026-05-16T15:04:29Z</dcterms:created>
  <dcterms:modified xsi:type="dcterms:W3CDTF">2026-05-16T15:04:29Z</dcterms:modified>
</cp:coreProperties>
</file>