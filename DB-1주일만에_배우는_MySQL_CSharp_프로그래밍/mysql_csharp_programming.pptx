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C# 프로그래밍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서버 개발자를 위한 실전 데이터베이스 입문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7863840" cy="182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C# .NET 9  ·  MySqlConnector  ·  SQLKata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~ Day 7  |  7일 완성 커리큘럼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책의 목적: 이론에서 실전 게임 시스템까지, 짧은 시간에 MySQL을 실무에 활용할 수 있는 역량 확보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책의 목적과 7일 구성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책인가?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서버 개발에서 DB 연동 역량은 필수 — 아이템·유저·랭킹 모두 DB에 저장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→ SQL → C# 연동 → Query Builder → 실전 게임 시스템 → 성능 최적화 순으로 진행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/ C# .NET 9 / MySqlConnector / SQLKata 최신 스택 적용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친구·우편·던전·거래소 등 실제 게임 서버 예제 수록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커리큘럼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" y="3127248"/>
            <a:ext cx="117043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31272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3419856"/>
            <a:ext cx="1170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이론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설치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72184" y="3127248"/>
            <a:ext cx="117043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72184" y="31272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2184" y="3419856"/>
            <a:ext cx="1170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기초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15768" y="3127248"/>
            <a:ext cx="117043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31272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15768" y="3419856"/>
            <a:ext cx="1170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59352" y="3127248"/>
            <a:ext cx="117043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31272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59352" y="3419856"/>
            <a:ext cx="1170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SQLKata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02936" y="3127248"/>
            <a:ext cx="117043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02936" y="31272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02936" y="3419856"/>
            <a:ext cx="1170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127248"/>
            <a:ext cx="117043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1272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419856"/>
            <a:ext cx="1170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90104" y="3127248"/>
            <a:ext cx="117043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0104" y="31272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90104" y="3419856"/>
            <a:ext cx="1170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기초 이론 &amp; MySQL 설치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RDBMS · ACID · InnoDB 아키텍처 · MySQL 8.0 설치 · Workbench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DBMS와 RDBMS 개념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데이터베이스가 필요한 이유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개요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관계형 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DBMS란?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체계적으로 저장·관리하는 소프트웨어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 대비 동시 접근 제어 가능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트랜잭션으로 데이터 무결성 보장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SQL로 복잡한 조회·수정 처리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복구 기능 내장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RDBMS 비교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— 게임업계 표준, 무료 오픈소스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고급 기능, JSON 지원 강력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— MySQL 포크, 높은 호환성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임베디드, 모바일·테스트용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핵심 개념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테이블(행+열) 구조로 데이터 저장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PK(기본키)로 행을 고유 식별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FK(외래키)로 테이블 간 관계 표현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정규화로 데이터 중복 최소화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서버에서 DB 역할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계정·캐릭터 정보 영구 저장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아이템·인벤토리·골드 실시간 갱신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랭킹·로그·이벤트 데이터 축적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서버에서 공유 데이터 소스 역할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— 트랜잭션의 4가지 특성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신뢰할 수 있는 DB의 핵심 조건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60120"/>
            <a:ext cx="2011680" cy="3063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05156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1984248"/>
            <a:ext cx="14630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203911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작업은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성공 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실패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골드 차감+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지급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처리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40864" y="960120"/>
            <a:ext cx="2011680" cy="3063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05156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15184" y="1984248"/>
            <a:ext cx="14630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203911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후에도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무결성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조건 유지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인벤 슬롯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초과 불가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960120"/>
            <a:ext cx="2011680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05156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984248"/>
            <a:ext cx="14630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203911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트랜잭션은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독립 실행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중복 골드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 방지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0256" y="960120"/>
            <a:ext cx="2011680" cy="3063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105156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94576" y="1984248"/>
            <a:ext cx="14630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203911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커밋된 데이터는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후에도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영구 보존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서버 크래시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후에도 결과 유지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스토리지 엔진 아키텍처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MySQL 8.0 내부 구조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Pool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사용하는 페이지를 메모리에 캐시 → 디스크 I/O 최소화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innodb_buffer_pool_size 를 물리 메모리의 60~80%로 설정 권장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Log / Undo Log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Log: 커밋된 변경사항 기록 → 장애 복구 (Durability 보장)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Log: 롤백·MVCC(다중 버전 동시성 제어)에 사용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Index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기준으로 B-Tree에 데이터를 물리적으로 정렬 저장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PK를 AUTO_INCREMENT 정수로 지정해야 삽입 효율 극대화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실행 흐름: Parser → Optimizer → Executor → Buffer Pool → Disk I/O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설치 &amp; Workbench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개발 환경 구성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방법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&amp; 설정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설치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mysql.com/downloads → MySQL Installer 다운로드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Default 선택 후 설치 진행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비밀번호 반드시 기억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(Ubuntu) 설치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install mysql-server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mysql_secure_installation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DB 생성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game_db CHARACTER SET utf8mb4;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game_db;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활용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GUI로 쿼리 실행 및 결과 확인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다이어그램으로 테이블 관계 시각화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실행 계획 시각적 분석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설정 값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default_authentication_plugin = mysql_native_password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(C# MySqlConnector 호환성 필수)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character-set-server = utf8mb4 (한글 저장)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max_connections = 200 이상 권장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innodb_buffer_pool_size 최적화 필수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기초 — 테이블 설계와 CRUD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· 데이터 타입 · 제약 조건 · INSERT / SELECT / UPDATE / DELETE · 게임 DB 설계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주요 데이터 타입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올바른 타입 선택이 성능을 결정한다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숫자·문자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날짜·실수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정수형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INT(4B) — 레벨, 수량, 일반 ID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BIGINT(8B) — 유저ID, 골드, 타임스탬프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TINYINT(1B) — 상태 플래그, 등급 (0~255)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문자열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VARCHAR(n) — 가변 길이 (닉네임, 이메일)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CHAR(n) — 고정 길이 (국가 코드 등)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장문 텍스트 (공지, 메일 본문)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— 제한된 값 집합 (상태 코드)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날짜·시간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— 시간대 무관 저장 (로컬 시간)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— UTC 변환, 범위 2038년까지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CURRENT_TIMESTAMP 자주 활용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실수형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DECIMAL(M,D) — 재화·확률 정확한 소수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FLOAT/DOUBLE — 근사값, 게임 좌표에 사용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팁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PK는 BIGINT UNSIGNED AUTO_INCREMENT 권장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골드처럼 넘칠 수 있는 값은 반드시 BIGINT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제약 조건 (Constraints)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데이터 무결성 보장의 핵심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행을 유일하게 식별, NULL 불가, 자동 인덱스 생성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테이블 PK 참조, 부모 삭제 시 동작 지정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CASCADE: 부모 삭제 시 자식도 삭제 (캐릭터 삭제 → 인벤토리도 삭제)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NULL: 부모 삭제 시 FK를 NULL로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RESTRICT: 자식 있으면 부모 삭제 거부 (안전한 기본)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— 중복 불가 (닉네임, 이메일 등)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— NULL 값 금지, 필수 컬럼에 사용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값 미입력 시 기본값 자동 설정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— 값 범위 검증: CHECK (level BETWEEN 1 AND 100)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PK — (character_id, slot_number) 쌍 고유화 = 인벤토리 슬롯 관리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CRUD 핵심 문법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Create · Read · Update · Delete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987552"/>
            <a:ext cx="416052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987552"/>
            <a:ext cx="10058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9875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1335024"/>
            <a:ext cx="3977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(username, email, password_hash)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('player1', 'p1@game.com', 'hash...');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18888" y="987552"/>
            <a:ext cx="416052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987552"/>
            <a:ext cx="10058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9875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1335024"/>
            <a:ext cx="3977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u.username, c.name, c.level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 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characters c ON u.user_id=c.user_id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c.level &gt;= 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c.level DESC;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" y="2697480"/>
            <a:ext cx="416052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697480"/>
            <a:ext cx="10058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2697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" y="3044952"/>
            <a:ext cx="3977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characters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level = level + 1,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updated_at = CURRENT_TIMESTAMP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character_id = 42;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18888" y="2697480"/>
            <a:ext cx="416052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2697480"/>
            <a:ext cx="10058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697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0328" y="3044952"/>
            <a:ext cx="3977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inventory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character_id = 42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item_id = 7;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DB 테이블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유저·캐릭터·아이템·인벤토리 구조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테이블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테이블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테이블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BIGINT PK AUTO_INCREMENT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VARCHAR(50) UNIQUE NOT NULL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VARCHAR(100) UNIQUE NOT NULL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테이블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character_id BIGINT PK AUTO_INCREMENT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BIGINT FK → users(user_id)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VARCHAR(50), class ENUM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INT DEFAULT 1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BIGINT DEFAULT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테이블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BIGINT PK, name VARCHAR(100)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ENUM('weapon','armor','potion')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rarity ENUM('common','rare','epic','legendary')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테이블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(character_id, slot_number) 복합 PK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FK → items, quantity INT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설정 필수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원칙: FK 관계로 정규화, 중복 데이터 제거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C#에서 MySQL 연동하기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MySqlConnector · Connection Pool · Execute 3종 · 파라미터 쿼리 · 트랜잭션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MySqlConnector 설정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NuGet 설치 및 연결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설치·연결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관리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설치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add package MySqlConnector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MySql.Data 가 아닌 MySqlConnector 사용!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완전 지원 / 성능 우수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문자열 구성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Server=127.0.0.1;Port=3306;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Database=game_db;User=root;Password=pw;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CharSet=utf8mb4;Pooling=true;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MaxPoolSize=100;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중요성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연결 생성 비용은 수백 ms로 매우 높다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Pool이 연결을 재사용 → 응답 속도 대폭 향상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서버에서 Pooling=true 는 필수 설정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패턴으로 안전하게 해제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using var conn = new MySqlConnection(cs);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conn.OpenAsync();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블록 종료 시 자동으로 Pool에 반납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conn.Close()를 직접 호출하지 않아도 됨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메서드 3종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용도에 맞게 선택하기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87782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005840"/>
            <a:ext cx="2743200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78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ExecuteNonQueryAsync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144475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반환값 없는 작업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반환: 영향받은 행 수 (int)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1887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rows = await cmd.ExecuteNonQueryAsync();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rows: 변경된 행 수 확인에 활용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2267712"/>
            <a:ext cx="87782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267712"/>
            <a:ext cx="274320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340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ExecuteScalarAsync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" y="270662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값 조회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MAX, 특정 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반환: object (캐스팅 필요)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45059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cnt = (long)await cmd.ExecuteScalarAsync();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존재 여부, 집계값 확인에 사용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3529584"/>
            <a:ext cx="87782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529584"/>
            <a:ext cx="274320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6027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ExecuteReaderAsync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" y="396849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행·열 조회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결과 순회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반환: MySqlDataReader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71246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using var rd = await cmd.ExecuteReaderAsync();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(await rd.ReadAsync()) { var id = rd.GetInt64(0); }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쿼리와 SQL Injection 방지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보안의 기본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방지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심화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위험: 문자열 직접 연결 방식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sql = "SELECT * FROM users WHERE username = '" + input + "'";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"' OR '1'='1" 이면 전체 유저 조회!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절대 사용 금지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안전: 파라미터 바인딩 방식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CommandText: WHERE username = @name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cmd.Parameters.AddWithValue("@name", input);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리터럴로 처리 → Injection 원천 차단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바인딩 추가 이점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계획 재사용으로 쿼리 캐싱 효과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안전: int/string/DateTime 자동 처리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처리: DBNull.Value 자동 변환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저장 원칙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평문 저장 절대 금지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Salt(랜덤 GUID) + SHA-256 해시 후 저장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salt = Guid.NewGuid().ToString();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hash = SHA256(password + salt);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트랜잭션 처리 패턴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BeginTransaction / Commit / Rollback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868680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using var conn = new MySqlConnection(connectionString);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conn.OpenAsync();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using var tx = await conn.BeginTransactionAsync();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cmd1 = conn.CreateCommand();     // 1. 골드 차감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cmd1.Transaction = tx;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cmd1.CommandText = "UPDATE characters SET gold=gold-@cost WHERE character_id=@id";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cmd1.Parameters.AddWithValue("@cost", itemCost);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cmd1.Parameters.AddWithValue("@id", characterId);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cmd1.ExecuteNonQueryAsync();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cmd2 = conn.CreateCommand();     // 2. 아이템 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cmd2.Transaction = tx;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cmd2.CommandText = "INSERT INTO inventory (character_id,item_id,quantity) VALUES(@cid,@iid,1)";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cmd2.Parameters.AddWithValue("@cid", characterId);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cmd2.Parameters.AddWithValue("@iid", itemId);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cmd2.ExecuteNonQueryAsync();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tx.CommitAsync();             // 성공 → 커밋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tx.RollbackAsync();           // 실패 → 롤백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SQLKata — Query Builder 활용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체이닝 · 동적 조건 · 인벤토리 시스템 · 거래 서비스 구현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SQLKata란?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SQL을 코드로 작성하는 Query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설치·기초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장점·메서드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설치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add package SqlKata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add package SqlKata.Execution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QueryFactory 초기화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db = new QueryFactory(conn, new MySqlCompiler());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사용 패턴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db.Query("users")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.Select("user_id", "username")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.Where("level", "&gt;", 50)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.GetAsync&lt;User&gt;();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대비 장점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컴파일 타임 오류 발견 가능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조건 추가가 직관적 (if 블록으로 체이닝)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자동 방지 (파라미터화)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교체 시 Compiler만 변경하면 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메서드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Where / Join / OrderBy / GroupBy / Having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WhereIn / WhereBetween / WhereLike / WhereNull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InsertGetId / Update / Delete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/ Decrement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SQLKata 동적 쿼리 &amp; 거래 예제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조건에 따라 쿼리를 조립한다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868680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인벤토리 검색: 필터가 있을 때만 조건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Task&lt;List&lt;InventoryItem&gt;&gt; SearchInventory(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characterId, string? itemType = null, int? minQty =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q = db.Query("inventory")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.Join("items", "inventory.item_id", "items.item_id")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.Select("inventory.slot_number", "items.name",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"items.type", "inventory.quantity")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.Where("inventory.character_id", characterId)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.OrderBy("inventory.slot_number");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(itemType   != null)       q = q.Where("items.type", itemType);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(minQty.HasValue)          q = q.Where("inventory.quantity", "&gt;=", minQty.Value);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(await q.GetAsync&lt;InventoryItem&gt;()).ToList();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아이템 구매: InsertGetId + Decrement 조합 (트랜잭션 내에서 실행)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newId = await db.Query("inventory").InsertGetIdAsync&lt;long&gt;(new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character_id = charId, item_id = itemId, quantity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db.Query("characters").Where("character_id", charId)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.DecrementAsync("gold", itemPrice);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시스템 구현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SQLKata + 트랜잭션 결합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흐름 (원자성 보장)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판매자 인벤토리 아이템 수량 확인 (잔여 검증)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구매자 골드 확인 (충분 여부 검증)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판매자 인벤토리 아이템 차감 / 제거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구매자 인벤토리에 아이템 추가 (InsertGetId)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구매자 골드 차감 (Decrement)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판매자 골드 증가 (Increment)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거래 로그 기록 (INSERT)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실패 시 전체 Rollback → ACID 보장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인벤토리 슬롯 관리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슬롯 탐색: slot_number NOT IN (사용중 슬롯) 패턴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초과 시 예외 처리 + 트랜잭션 롤백 필수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JOIN과 인덱스 — 성능의 핵심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· LEFT JOIN · 다중 JOIN · 인덱스 원리 · EXPLAIN · 복합 인덱스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종류와 사용 시기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테이블을 연결하는 방법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601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960120"/>
            <a:ext cx="201168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" y="141732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모두 일치하는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행만 반환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없는 유저 제외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많이 사용하는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JOIN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9601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960120"/>
            <a:ext cx="201168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23160" y="141732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전체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일치 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 → NULL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없는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캐릭터도 포함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62272" y="9601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2272" y="96012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141732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전체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일치 행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가능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사용 드묾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92824" y="9601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2824" y="960120"/>
            <a:ext cx="201168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JOIN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84264" y="141732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이상 테이블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체인 연결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characters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inventory → items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데이터 조회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패턴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JOIN 실전 예제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유저·캐릭터·인벤토리·아이템 한 번에 조회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868680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특정 캐릭터의 전체 인벤토리 조회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u.username,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c.name        AS char_name,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c.level,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inv.slot_number,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i.name        AS item_name,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i.rarity,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inv.quantity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         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characters  c   ON u.user_id       = c.user_id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inventory   inv ON c.character_id  = inv.character_id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items       i   ON inv.item_id     = i.item_id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c.character_id = 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inv.slot_number;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LEFT JOIN: 아이템 없는 캐릭터도 포함하여 인벤토리 수 집계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COUNT(inv.item_id) AS item_count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characters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inventory inv ON c.character_id = inv.character_id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c.character_id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item_count DESC;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 원리와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쿼리 속도를 결정하는 핵심 개념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개념·필요성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인덱스·분석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인덱스란?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특정 열의 '목차' — B-Tree 구조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검색으로 풀스캔(O(n)) 대비 압도적 빠름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쓰기 성능과의 트레이드오프 존재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인덱스가 필요한 경우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조건에 자주 사용되는 컬럼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JOIN의 ON 조건 컬럼 (FK 컬럼)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/ GROUP BY 대상 컬럼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고카디널리티 컬럼 (user_id 등)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인덱스 설계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 idx ON characters(user_id, level);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Leftmost Prefix 원칙: 왼쪽부터 사용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(user_id, level) → user_id만으로도 인덱스 활용 가능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계획 분석 (EXPLAIN)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SELECT ... → type 컬럼 확인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ALL(풀스캔) → 인덱스 추가 필요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/ range / const → 인덱스 사용 중 (좋음)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수치가 낮을수록 효율적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게임 시스템 구현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 시스템 · 우편함 · 던전 보상 시스템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 시스템 설계와 구현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friend_relations 테이블 중심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테이블·기능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조회·트랜잭션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구조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(requester_id, addressee_id) 복합 PK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ENUM('PENDING','ACCEPTED','BLOCKED')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created_at, updated_at TIMESTAMP 자동 관리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구현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SendRequest: 중복·차단 상태 확인 후 INSERT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AcceptRequest: status → ACCEPTED UPDATE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RejectRequest: status UPDATE 또는 DELETE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RemoveFriend: 양방향 레코드 DELETE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BlockUser: status → BLOCKED UPDATE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 목록 조회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관계: requester OR addressee 로 조회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또는 OR 조건으로 양방향 합치기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 상태면 친구 목록에서 제외 처리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필요 시점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레코드 동시 처리 시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변경 + 알림 INSERT 동시 처리 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 팁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(requester_id, status) 복합 인덱스 추가 권장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 수 상한선 설정 (예: 200명)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우편함 시스템 구현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게임 내 메시지 &amp; 아이템 전달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 테이블 설계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mail_id BIGINT PK, sender_id / receiver_id FK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VARCHAR(200), body TEXT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is_read BOOLEAN DEFAULT FALSE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is_deleted BOOLEAN DEFAULT FALSE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BIGINT NULL, gold_amount BIGINT DEFAULT 0 — 첨부물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expire_at DATETIME — 만료 기한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흐름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발송: INSERT mail + 아이템 차감 트랜잭션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읽기: is_read = TRUE UPDATE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첨부물 수령: 인벤토리 INSERT + 첨부물 제거 트랜잭션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삭제: is_deleted = TRUE (로그 보존 목적, 실제 삭제 지양)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정리: 배치 작업으로 주기적 DELETE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던전 보상 시스템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클리어 기록 &amp; 보상 중복 방지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구조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 흐름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dungeon_clears 테이블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clear_id BIGINT PK AUTO_INCREMENT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character_id FK, dungeon_id FK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clear_time DATETIME, score INT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reward_gold, reward_exp, reward_item_id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is_reward_claimed BOOLEAN DEFAULT FALSE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계산 기준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+ 던전 난이도 기반으로 보상 차등 지급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클리어 보너스 별도 처리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지급 트랜잭션 흐름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is_reward_claimed = FALSE 확인 (중복 방지)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골드 지급: characters.gold += reward_gold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경험치 지급 + 레벨업 계산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아이템 인벤토리 INSERT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is_reward_claimed = TRUE UPDATE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실패 시 전체 Rollback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지급 방지 원칙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is_claimed 플래그 + 트랜잭션으로 이중 안전장치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FOR UPDATE 로 동시 요청 Lock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 &amp; 고급 기법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격리 수준 · InnoDB 락 · 쿼리 최적화 · Connection Pool · 캐싱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격리 수준 4단계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동시성과 데이터 정확성의 균형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동시성 높음 / 데이터 이슈 가능                   데이터 정확 / 성능 저하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252728"/>
            <a:ext cx="201168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252728"/>
            <a:ext cx="20116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252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UNCOMMITTED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이슈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빠름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13432" y="1252728"/>
            <a:ext cx="201168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3432" y="1252728"/>
            <a:ext cx="20116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1252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04872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이슈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04872" y="2103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04872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04872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43984" y="1252728"/>
            <a:ext cx="201168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43984" y="1252728"/>
            <a:ext cx="20116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3984" y="1252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35424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이슈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35424" y="2103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(InnoDB에서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해결됨)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35424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35424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(MySQL 기본값)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74536" y="1252728"/>
            <a:ext cx="201168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536" y="1252728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1252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65976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이슈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65976" y="2103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(완벽 격리)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65976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65976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느림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이상 현상 3종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격리 수준을 높여야 하는 이유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현상 1·2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현상 3 · 해결책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 (더티 리드)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안 된 변경사항을 다른 트랜잭션이 읽음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롤백될 골드 증가를 미리 읽어 표시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UNCOMMITTED에서 발생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쿼리를 두 번 실행 시 결과가 다름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인벤토리 슬롯 수를 두 번 읽을 때 달라짐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COMMITTED에서 발생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 (팬텀 리드)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조회 사이에 다른 트랜잭션이 행 삽입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COUNT(*) 두 번 실행 시 다른 결과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READ에서 발생 가능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InnoDB의 해결책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Next-Key Lock으로 REPEATABLE READ에서 방지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Lock으로 범위 삽입 차단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기본값으로도 대부분 안전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서버 권장: REPEATABLE READ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락 종류와 C# IsolationLevel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동시 접근 제어 메커니즘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주요 락 종류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Lock (S락): 읽기 락, 여러 트랜잭션 동시 읽기 가능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Lock (X락): 쓰기 락, 하나만 획득 가능, 나머지 대기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Lock: 단일 행에 대한 락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Lock: 인덱스 갭(행 사이 공간)에 대한 락 → Phantom 방지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Next-Key Lock: Record + Gap Lock 결합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IsolationLevel 사용법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tx = await conn.BeginTransactionAsync(IsolationLevel.RepeatableRead);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ReadUncommitted / ReadCommitted / RepeatableRead / Serializable 선택 가능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데드락 방지 원칙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같은 순서로 락 획득 (user_id → item_id 순 등)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트랜잭션을 짧게 유지 — 락 보유 시간 최소화 필수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최적화 실전 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게임 서버 성능 향상 체크리스트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인덱스·쿼리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Pool·캐시·샤딩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 활용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EXPLAIN으로 ALL(풀스캔) 찾아서 제거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WHERE에 쓰이는 컬럼 인덱스 추가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커버링 인덱스: SELECT 컬럼도 인덱스에 포함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패턴 개선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금지 → 필요한 컬럼만 명시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문제: 루프 안 쿼리 → JOIN으로 통합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LIMIT으로 결과 수 제한 (리더보드 등)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INSERT: 단건 반복 → 다중 VALUES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튜닝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MaxPoolSize = 동시 접속 유저 × 1.2 수준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ConnectTimeout = 5 (게임서버 기준)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캐싱 전략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 데이터(아이템 정보 등)는 메모리 캐시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MySQL 조합으로 부하 분산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파티셔닝·샤딩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로그 테이블: PARTITION BY RANGE(월별)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 샤딩: user_id % N으로 DB 분산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DB 스키마 &amp; SQLKata 치트시트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MMORPG · 퍼즐 · 전략 · PVP 게임 DB 설계 참고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장르별 DB 설계 패턴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실전 프로젝트 시작점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0116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960120"/>
            <a:ext cx="201168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MMORPG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148132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유저·캐릭터 분리 설계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강화 히스토리 테이블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파티·길드 관계 테이블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월드 이벤트 로그 및 참여 기록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13432" y="960120"/>
            <a:ext cx="20116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960120"/>
            <a:ext cx="201168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퍼즐 게임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04872" y="148132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클리어 기록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별점·점수 관리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 사용 이력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챌린지 테이블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43984" y="960120"/>
            <a:ext cx="20116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3984" y="960120"/>
            <a:ext cx="2011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게임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35424" y="148132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건물·유닛 생산 로그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 채집 이벤트 기록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배틀 리플레이 저장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동맹·외교 관계 테이블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74536" y="960120"/>
            <a:ext cx="20116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74536" y="960120"/>
            <a:ext cx="201168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게임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65976" y="148132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매치 결과 테이블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레이팅 히스토리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킬/데스/어시스트 통계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랭킹 스냅샷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SQLKata 치트시트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자주 쓰는 메서드 한눈에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868680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조회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db.Query("users").Select("id","name").Where("level","&gt;",50).OrderBy("name").GetAsync&lt;User&gt;();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db.Query("items").WhereIn("type", new[]{"weapon","armor"}).GetAsync&lt;Item&gt;();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db.Query("chars").WhereBetween("level", 10, 50).GetAsync&lt;Character&gt;();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db.Query("inventory").WhereLike("item_name", "%sword%").GetAsync&lt;Inventory&gt;();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db.Query("users").WhereNull("last_login").GetAsync&lt;User&gt;();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집계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db.Query("characters").GroupBy("class").Select("class").SelectRaw("COUNT(*) as cnt").GetAsync();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db.Query("characters").Where("user_id", uid).CountAsync&lt;long&gt;();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db.Query("characters").Where("user_id", uid).MaxAsync&lt;int&gt;("level");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쓰기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db.Query("inventory").InsertGetIdAsync&lt;long&gt;(new { character_id=cid, item_id=iid, quantity=1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db.Query("characters").Where("character_id", cid).UpdateAsync(new { level=10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db.Query("characters").Where("character_id", cid).IncrementAsync("gold", 500);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db.Query("characters").Where("character_id", cid).DecrementAsync("gold", 100);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db.Query("characters").Where("character_id", cid).DeleteAsync();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JOIN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db.Query("inventory").Join("items","inventory.item_id","=","items.item_id")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.Select("items.name","inventory.quantity").Where("inventory.character_id", cid).GetAsync();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명령어 치트시트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자주 쓰는 SQL 정리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1주일만에 배우는 MySQL C# 프로그래밍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관리·분석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인덱스·함수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DB·테이블 관리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DATABASES;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TABLES;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table_name;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t ADD COLUMN ... 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 t; (전체 삭제, 빠름)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분석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SELECT ... (실행 계획)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INDEX FROM table_name;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PROCESSLIST; (현재 쿼리)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STATUS LIKE 'Innodb_buffer%';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93192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 관리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 idx ON t(col1, col2);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INDEX idx ON t;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유용한 함수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NOW() — 현재 날짜·시각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DATE_ADD(dt, INTERVAL 7 DAY) — 날짜 연산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DATEDIFF(date1, date2) — 날짜 차이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COALESCE(col, default) — NULL 대체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IFNULL(col, 0) — NULL → 0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GROUP_CONCAT(col) — 여러 행을 하나로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완성!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학습 로드맵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캐싱 — 게임 세션·랭킹 고성능 처리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복제(Replication) — Master/Slave 읽기 분산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(EF Core) — Code First 모델링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큐 — Kafka/RabbitMQ 비동기 이벤트 처리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 — Grafana + Prometheus + Slow Query Log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· C# .NET 9 · MySqlConnector · SQLKata — 실전 게임 서버 DB 역량 완성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2026-05-04T16:00:24Z</dcterms:created>
  <dcterms:modified xsi:type="dcterms:W3CDTF">2026-05-04T16:00:24Z</dcterms:modified>
</cp:coreProperties>
</file>